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5" r:id="rId7"/>
    <p:sldId id="261" r:id="rId8"/>
    <p:sldId id="262" r:id="rId9"/>
    <p:sldId id="266" r:id="rId10"/>
    <p:sldId id="267" r:id="rId11"/>
    <p:sldId id="268" r:id="rId12"/>
    <p:sldId id="269"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16ABBFE-BDFA-4FD2-89F9-3CF8066ED914}">
          <p14:sldIdLst>
            <p14:sldId id="256"/>
            <p14:sldId id="257"/>
          </p14:sldIdLst>
        </p14:section>
        <p14:section name="Analyses" id="{1B18AAFD-D32E-4743-9C5B-E58419434193}">
          <p14:sldIdLst>
            <p14:sldId id="258"/>
            <p14:sldId id="259"/>
            <p14:sldId id="260"/>
            <p14:sldId id="265"/>
            <p14:sldId id="261"/>
            <p14:sldId id="262"/>
          </p14:sldIdLst>
        </p14:section>
        <p14:section name="Correlations" id="{22B94E59-9962-4F5E-9B5F-C3BEC97DC6AC}">
          <p14:sldIdLst>
            <p14:sldId id="266"/>
            <p14:sldId id="267"/>
            <p14:sldId id="268"/>
            <p14:sldId id="269"/>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600"/>
    <a:srgbClr val="BC5090"/>
    <a:srgbClr val="003F5C"/>
    <a:srgbClr val="1B2A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tan Despont" userId="d1a7c66da9d715b7" providerId="LiveId" clId="{8D77CC59-83D2-4C48-82B8-96050E88F101}"/>
    <pc:docChg chg="undo redo custSel addSld delSld modSld sldOrd addSection modSection">
      <pc:chgData name="Tristan Despont" userId="d1a7c66da9d715b7" providerId="LiveId" clId="{8D77CC59-83D2-4C48-82B8-96050E88F101}" dt="2026-04-01T11:37:50.798" v="538" actId="20577"/>
      <pc:docMkLst>
        <pc:docMk/>
      </pc:docMkLst>
      <pc:sldChg chg="modSp mod modNotesTx">
        <pc:chgData name="Tristan Despont" userId="d1a7c66da9d715b7" providerId="LiveId" clId="{8D77CC59-83D2-4C48-82B8-96050E88F101}" dt="2026-04-01T11:25:19.048" v="518" actId="313"/>
        <pc:sldMkLst>
          <pc:docMk/>
          <pc:sldMk cId="0" sldId="256"/>
        </pc:sldMkLst>
        <pc:spChg chg="mod">
          <ac:chgData name="Tristan Despont" userId="d1a7c66da9d715b7" providerId="LiveId" clId="{8D77CC59-83D2-4C48-82B8-96050E88F101}" dt="2026-04-01T11:22:07.122" v="284" actId="790"/>
          <ac:spMkLst>
            <pc:docMk/>
            <pc:sldMk cId="0" sldId="256"/>
            <ac:spMk id="2" creationId="{00000000-0000-0000-0000-000000000000}"/>
          </ac:spMkLst>
        </pc:spChg>
        <pc:spChg chg="mod">
          <ac:chgData name="Tristan Despont" userId="d1a7c66da9d715b7" providerId="LiveId" clId="{8D77CC59-83D2-4C48-82B8-96050E88F101}" dt="2026-04-01T11:22:07.122" v="284" actId="790"/>
          <ac:spMkLst>
            <pc:docMk/>
            <pc:sldMk cId="0" sldId="256"/>
            <ac:spMk id="3" creationId="{00000000-0000-0000-0000-000000000000}"/>
          </ac:spMkLst>
        </pc:spChg>
        <pc:spChg chg="mod">
          <ac:chgData name="Tristan Despont" userId="d1a7c66da9d715b7" providerId="LiveId" clId="{8D77CC59-83D2-4C48-82B8-96050E88F101}" dt="2026-04-01T11:22:07.122" v="284" actId="790"/>
          <ac:spMkLst>
            <pc:docMk/>
            <pc:sldMk cId="0" sldId="256"/>
            <ac:spMk id="4" creationId="{00000000-0000-0000-0000-000000000000}"/>
          </ac:spMkLst>
        </pc:spChg>
        <pc:spChg chg="mod">
          <ac:chgData name="Tristan Despont" userId="d1a7c66da9d715b7" providerId="LiveId" clId="{8D77CC59-83D2-4C48-82B8-96050E88F101}" dt="2026-04-01T11:22:07.122" v="284" actId="790"/>
          <ac:spMkLst>
            <pc:docMk/>
            <pc:sldMk cId="0" sldId="256"/>
            <ac:spMk id="5" creationId="{00000000-0000-0000-0000-000000000000}"/>
          </ac:spMkLst>
        </pc:spChg>
        <pc:spChg chg="mod">
          <ac:chgData name="Tristan Despont" userId="d1a7c66da9d715b7" providerId="LiveId" clId="{8D77CC59-83D2-4C48-82B8-96050E88F101}" dt="2026-04-01T11:22:07.122" v="284" actId="790"/>
          <ac:spMkLst>
            <pc:docMk/>
            <pc:sldMk cId="0" sldId="256"/>
            <ac:spMk id="6" creationId="{00000000-0000-0000-0000-000000000000}"/>
          </ac:spMkLst>
        </pc:spChg>
        <pc:spChg chg="mod">
          <ac:chgData name="Tristan Despont" userId="d1a7c66da9d715b7" providerId="LiveId" clId="{8D77CC59-83D2-4C48-82B8-96050E88F101}" dt="2026-04-01T11:22:07.122" v="284" actId="790"/>
          <ac:spMkLst>
            <pc:docMk/>
            <pc:sldMk cId="0" sldId="256"/>
            <ac:spMk id="7" creationId="{00000000-0000-0000-0000-000000000000}"/>
          </ac:spMkLst>
        </pc:spChg>
        <pc:spChg chg="mod">
          <ac:chgData name="Tristan Despont" userId="d1a7c66da9d715b7" providerId="LiveId" clId="{8D77CC59-83D2-4C48-82B8-96050E88F101}" dt="2026-04-01T11:22:07.122" v="284" actId="790"/>
          <ac:spMkLst>
            <pc:docMk/>
            <pc:sldMk cId="0" sldId="256"/>
            <ac:spMk id="8" creationId="{00000000-0000-0000-0000-000000000000}"/>
          </ac:spMkLst>
        </pc:spChg>
      </pc:sldChg>
      <pc:sldChg chg="addSp delSp modSp mod modNotesTx">
        <pc:chgData name="Tristan Despont" userId="d1a7c66da9d715b7" providerId="LiveId" clId="{8D77CC59-83D2-4C48-82B8-96050E88F101}" dt="2026-04-01T11:23:52.405" v="502" actId="313"/>
        <pc:sldMkLst>
          <pc:docMk/>
          <pc:sldMk cId="0" sldId="257"/>
        </pc:sldMkLst>
        <pc:spChg chg="mod">
          <ac:chgData name="Tristan Despont" userId="d1a7c66da9d715b7" providerId="LiveId" clId="{8D77CC59-83D2-4C48-82B8-96050E88F101}" dt="2026-03-25T18:01:37.326" v="174" actId="790"/>
          <ac:spMkLst>
            <pc:docMk/>
            <pc:sldMk cId="0" sldId="257"/>
            <ac:spMk id="2" creationId="{00000000-0000-0000-0000-000000000000}"/>
          </ac:spMkLst>
        </pc:spChg>
        <pc:spChg chg="mod">
          <ac:chgData name="Tristan Despont" userId="d1a7c66da9d715b7" providerId="LiveId" clId="{8D77CC59-83D2-4C48-82B8-96050E88F101}" dt="2026-03-25T18:20:45.572" v="215" actId="790"/>
          <ac:spMkLst>
            <pc:docMk/>
            <pc:sldMk cId="0" sldId="257"/>
            <ac:spMk id="4" creationId="{00000000-0000-0000-0000-000000000000}"/>
          </ac:spMkLst>
        </pc:spChg>
        <pc:spChg chg="mod">
          <ac:chgData name="Tristan Despont" userId="d1a7c66da9d715b7" providerId="LiveId" clId="{8D77CC59-83D2-4C48-82B8-96050E88F101}" dt="2026-03-25T18:20:45.572" v="215" actId="790"/>
          <ac:spMkLst>
            <pc:docMk/>
            <pc:sldMk cId="0" sldId="257"/>
            <ac:spMk id="6" creationId="{00000000-0000-0000-0000-000000000000}"/>
          </ac:spMkLst>
        </pc:spChg>
        <pc:spChg chg="mod">
          <ac:chgData name="Tristan Despont" userId="d1a7c66da9d715b7" providerId="LiveId" clId="{8D77CC59-83D2-4C48-82B8-96050E88F101}" dt="2026-04-01T11:22:07.122" v="284" actId="790"/>
          <ac:spMkLst>
            <pc:docMk/>
            <pc:sldMk cId="0" sldId="257"/>
            <ac:spMk id="8" creationId="{00000000-0000-0000-0000-000000000000}"/>
          </ac:spMkLst>
        </pc:spChg>
        <pc:spChg chg="mod">
          <ac:chgData name="Tristan Despont" userId="d1a7c66da9d715b7" providerId="LiveId" clId="{8D77CC59-83D2-4C48-82B8-96050E88F101}" dt="2026-03-25T18:20:45.572" v="215" actId="790"/>
          <ac:spMkLst>
            <pc:docMk/>
            <pc:sldMk cId="0" sldId="257"/>
            <ac:spMk id="9" creationId="{00000000-0000-0000-0000-000000000000}"/>
          </ac:spMkLst>
        </pc:spChg>
        <pc:spChg chg="mod">
          <ac:chgData name="Tristan Despont" userId="d1a7c66da9d715b7" providerId="LiveId" clId="{8D77CC59-83D2-4C48-82B8-96050E88F101}" dt="2026-03-25T18:20:45.572" v="215" actId="790"/>
          <ac:spMkLst>
            <pc:docMk/>
            <pc:sldMk cId="0" sldId="257"/>
            <ac:spMk id="10" creationId="{00000000-0000-0000-0000-000000000000}"/>
          </ac:spMkLst>
        </pc:spChg>
        <pc:spChg chg="mod">
          <ac:chgData name="Tristan Despont" userId="d1a7c66da9d715b7" providerId="LiveId" clId="{8D77CC59-83D2-4C48-82B8-96050E88F101}" dt="2026-04-01T11:22:07.122" v="284" actId="790"/>
          <ac:spMkLst>
            <pc:docMk/>
            <pc:sldMk cId="0" sldId="257"/>
            <ac:spMk id="12" creationId="{00000000-0000-0000-0000-000000000000}"/>
          </ac:spMkLst>
        </pc:spChg>
        <pc:spChg chg="mod">
          <ac:chgData name="Tristan Despont" userId="d1a7c66da9d715b7" providerId="LiveId" clId="{8D77CC59-83D2-4C48-82B8-96050E88F101}" dt="2026-03-25T18:01:37.326" v="174" actId="790"/>
          <ac:spMkLst>
            <pc:docMk/>
            <pc:sldMk cId="0" sldId="257"/>
            <ac:spMk id="13" creationId="{00000000-0000-0000-0000-000000000000}"/>
          </ac:spMkLst>
        </pc:spChg>
        <pc:spChg chg="mod">
          <ac:chgData name="Tristan Despont" userId="d1a7c66da9d715b7" providerId="LiveId" clId="{8D77CC59-83D2-4C48-82B8-96050E88F101}" dt="2026-04-01T11:22:07.122" v="284" actId="790"/>
          <ac:spMkLst>
            <pc:docMk/>
            <pc:sldMk cId="0" sldId="257"/>
            <ac:spMk id="14" creationId="{00000000-0000-0000-0000-000000000000}"/>
          </ac:spMkLst>
        </pc:spChg>
        <pc:spChg chg="mod">
          <ac:chgData name="Tristan Despont" userId="d1a7c66da9d715b7" providerId="LiveId" clId="{8D77CC59-83D2-4C48-82B8-96050E88F101}" dt="2026-03-25T18:20:45.572" v="215" actId="790"/>
          <ac:spMkLst>
            <pc:docMk/>
            <pc:sldMk cId="0" sldId="257"/>
            <ac:spMk id="17" creationId="{00000000-0000-0000-0000-000000000000}"/>
          </ac:spMkLst>
        </pc:spChg>
        <pc:spChg chg="mod">
          <ac:chgData name="Tristan Despont" userId="d1a7c66da9d715b7" providerId="LiveId" clId="{8D77CC59-83D2-4C48-82B8-96050E88F101}" dt="2026-03-25T18:20:45.572" v="215" actId="790"/>
          <ac:spMkLst>
            <pc:docMk/>
            <pc:sldMk cId="0" sldId="257"/>
            <ac:spMk id="18" creationId="{00000000-0000-0000-0000-000000000000}"/>
          </ac:spMkLst>
        </pc:spChg>
        <pc:spChg chg="mod">
          <ac:chgData name="Tristan Despont" userId="d1a7c66da9d715b7" providerId="LiveId" clId="{8D77CC59-83D2-4C48-82B8-96050E88F101}" dt="2026-03-25T18:01:37.326" v="174" actId="790"/>
          <ac:spMkLst>
            <pc:docMk/>
            <pc:sldMk cId="0" sldId="257"/>
            <ac:spMk id="19" creationId="{00000000-0000-0000-0000-000000000000}"/>
          </ac:spMkLst>
        </pc:spChg>
        <pc:spChg chg="mod">
          <ac:chgData name="Tristan Despont" userId="d1a7c66da9d715b7" providerId="LiveId" clId="{8D77CC59-83D2-4C48-82B8-96050E88F101}" dt="2026-04-01T11:22:07.122" v="284" actId="790"/>
          <ac:spMkLst>
            <pc:docMk/>
            <pc:sldMk cId="0" sldId="257"/>
            <ac:spMk id="20" creationId="{00000000-0000-0000-0000-000000000000}"/>
          </ac:spMkLst>
        </pc:spChg>
        <pc:spChg chg="mod">
          <ac:chgData name="Tristan Despont" userId="d1a7c66da9d715b7" providerId="LiveId" clId="{8D77CC59-83D2-4C48-82B8-96050E88F101}" dt="2026-04-01T11:22:07.122" v="284" actId="790"/>
          <ac:spMkLst>
            <pc:docMk/>
            <pc:sldMk cId="0" sldId="257"/>
            <ac:spMk id="22" creationId="{00000000-0000-0000-0000-000000000000}"/>
          </ac:spMkLst>
        </pc:spChg>
        <pc:spChg chg="mod">
          <ac:chgData name="Tristan Despont" userId="d1a7c66da9d715b7" providerId="LiveId" clId="{8D77CC59-83D2-4C48-82B8-96050E88F101}" dt="2026-03-25T18:20:45.572" v="215" actId="790"/>
          <ac:spMkLst>
            <pc:docMk/>
            <pc:sldMk cId="0" sldId="257"/>
            <ac:spMk id="23" creationId="{00000000-0000-0000-0000-000000000000}"/>
          </ac:spMkLst>
        </pc:spChg>
        <pc:spChg chg="mod">
          <ac:chgData name="Tristan Despont" userId="d1a7c66da9d715b7" providerId="LiveId" clId="{8D77CC59-83D2-4C48-82B8-96050E88F101}" dt="2026-04-01T11:22:07.122" v="284" actId="790"/>
          <ac:spMkLst>
            <pc:docMk/>
            <pc:sldMk cId="0" sldId="257"/>
            <ac:spMk id="24" creationId="{00000000-0000-0000-0000-000000000000}"/>
          </ac:spMkLst>
        </pc:spChg>
        <pc:spChg chg="mod">
          <ac:chgData name="Tristan Despont" userId="d1a7c66da9d715b7" providerId="LiveId" clId="{8D77CC59-83D2-4C48-82B8-96050E88F101}" dt="2026-04-01T11:22:07.122" v="284" actId="790"/>
          <ac:spMkLst>
            <pc:docMk/>
            <pc:sldMk cId="0" sldId="257"/>
            <ac:spMk id="25" creationId="{00000000-0000-0000-0000-000000000000}"/>
          </ac:spMkLst>
        </pc:spChg>
        <pc:spChg chg="mod">
          <ac:chgData name="Tristan Despont" userId="d1a7c66da9d715b7" providerId="LiveId" clId="{8D77CC59-83D2-4C48-82B8-96050E88F101}" dt="2026-03-25T18:01:37.326" v="174" actId="790"/>
          <ac:spMkLst>
            <pc:docMk/>
            <pc:sldMk cId="0" sldId="257"/>
            <ac:spMk id="26" creationId="{00000000-0000-0000-0000-000000000000}"/>
          </ac:spMkLst>
        </pc:spChg>
        <pc:spChg chg="mod">
          <ac:chgData name="Tristan Despont" userId="d1a7c66da9d715b7" providerId="LiveId" clId="{8D77CC59-83D2-4C48-82B8-96050E88F101}" dt="2026-03-25T18:01:37.326" v="174" actId="790"/>
          <ac:spMkLst>
            <pc:docMk/>
            <pc:sldMk cId="0" sldId="257"/>
            <ac:spMk id="27" creationId="{00000000-0000-0000-0000-000000000000}"/>
          </ac:spMkLst>
        </pc:spChg>
        <pc:spChg chg="mod">
          <ac:chgData name="Tristan Despont" userId="d1a7c66da9d715b7" providerId="LiveId" clId="{8D77CC59-83D2-4C48-82B8-96050E88F101}" dt="2026-04-01T11:22:07.122" v="284" actId="790"/>
          <ac:spMkLst>
            <pc:docMk/>
            <pc:sldMk cId="0" sldId="257"/>
            <ac:spMk id="28" creationId="{00000000-0000-0000-0000-000000000000}"/>
          </ac:spMkLst>
        </pc:spChg>
        <pc:spChg chg="mod">
          <ac:chgData name="Tristan Despont" userId="d1a7c66da9d715b7" providerId="LiveId" clId="{8D77CC59-83D2-4C48-82B8-96050E88F101}" dt="2026-03-25T18:01:37.326" v="174" actId="790"/>
          <ac:spMkLst>
            <pc:docMk/>
            <pc:sldMk cId="0" sldId="257"/>
            <ac:spMk id="32" creationId="{00000000-0000-0000-0000-000000000000}"/>
          </ac:spMkLst>
        </pc:spChg>
        <pc:spChg chg="mod">
          <ac:chgData name="Tristan Despont" userId="d1a7c66da9d715b7" providerId="LiveId" clId="{8D77CC59-83D2-4C48-82B8-96050E88F101}" dt="2026-03-25T18:01:03.740" v="169"/>
          <ac:spMkLst>
            <pc:docMk/>
            <pc:sldMk cId="0" sldId="257"/>
            <ac:spMk id="33" creationId="{00000000-0000-0000-0000-000000000000}"/>
          </ac:spMkLst>
        </pc:spChg>
        <pc:spChg chg="mod">
          <ac:chgData name="Tristan Despont" userId="d1a7c66da9d715b7" providerId="LiveId" clId="{8D77CC59-83D2-4C48-82B8-96050E88F101}" dt="2026-04-01T11:22:07.122" v="284" actId="790"/>
          <ac:spMkLst>
            <pc:docMk/>
            <pc:sldMk cId="0" sldId="257"/>
            <ac:spMk id="34" creationId="{00000000-0000-0000-0000-000000000000}"/>
          </ac:spMkLst>
        </pc:spChg>
        <pc:spChg chg="mod">
          <ac:chgData name="Tristan Despont" userId="d1a7c66da9d715b7" providerId="LiveId" clId="{8D77CC59-83D2-4C48-82B8-96050E88F101}" dt="2026-04-01T11:22:07.122" v="284" actId="790"/>
          <ac:spMkLst>
            <pc:docMk/>
            <pc:sldMk cId="0" sldId="257"/>
            <ac:spMk id="35" creationId="{00000000-0000-0000-0000-000000000000}"/>
          </ac:spMkLst>
        </pc:spChg>
        <pc:spChg chg="mod">
          <ac:chgData name="Tristan Despont" userId="d1a7c66da9d715b7" providerId="LiveId" clId="{8D77CC59-83D2-4C48-82B8-96050E88F101}" dt="2026-03-25T18:20:45.572" v="215" actId="790"/>
          <ac:spMkLst>
            <pc:docMk/>
            <pc:sldMk cId="0" sldId="257"/>
            <ac:spMk id="36" creationId="{00000000-0000-0000-0000-000000000000}"/>
          </ac:spMkLst>
        </pc:spChg>
        <pc:spChg chg="mod">
          <ac:chgData name="Tristan Despont" userId="d1a7c66da9d715b7" providerId="LiveId" clId="{8D77CC59-83D2-4C48-82B8-96050E88F101}" dt="2026-03-25T18:01:19.719" v="172"/>
          <ac:spMkLst>
            <pc:docMk/>
            <pc:sldMk cId="0" sldId="257"/>
            <ac:spMk id="37" creationId="{00000000-0000-0000-0000-000000000000}"/>
          </ac:spMkLst>
        </pc:spChg>
      </pc:sldChg>
      <pc:sldChg chg="modSp mod">
        <pc:chgData name="Tristan Despont" userId="d1a7c66da9d715b7" providerId="LiveId" clId="{8D77CC59-83D2-4C48-82B8-96050E88F101}" dt="2026-04-01T11:22:07.122" v="284" actId="790"/>
        <pc:sldMkLst>
          <pc:docMk/>
          <pc:sldMk cId="0" sldId="258"/>
        </pc:sldMkLst>
        <pc:spChg chg="mod">
          <ac:chgData name="Tristan Despont" userId="d1a7c66da9d715b7" providerId="LiveId" clId="{8D77CC59-83D2-4C48-82B8-96050E88F101}" dt="2026-04-01T11:22:07.122" v="284" actId="790"/>
          <ac:spMkLst>
            <pc:docMk/>
            <pc:sldMk cId="0" sldId="258"/>
            <ac:spMk id="5" creationId="{00000000-0000-0000-0000-000000000000}"/>
          </ac:spMkLst>
        </pc:spChg>
        <pc:spChg chg="mod">
          <ac:chgData name="Tristan Despont" userId="d1a7c66da9d715b7" providerId="LiveId" clId="{8D77CC59-83D2-4C48-82B8-96050E88F101}" dt="2026-04-01T11:22:07.122" v="284" actId="790"/>
          <ac:spMkLst>
            <pc:docMk/>
            <pc:sldMk cId="0" sldId="258"/>
            <ac:spMk id="7" creationId="{00000000-0000-0000-0000-000000000000}"/>
          </ac:spMkLst>
        </pc:spChg>
        <pc:spChg chg="mod">
          <ac:chgData name="Tristan Despont" userId="d1a7c66da9d715b7" providerId="LiveId" clId="{8D77CC59-83D2-4C48-82B8-96050E88F101}" dt="2026-03-25T18:20:45.572" v="215" actId="790"/>
          <ac:spMkLst>
            <pc:docMk/>
            <pc:sldMk cId="0" sldId="258"/>
            <ac:spMk id="8" creationId="{00000000-0000-0000-0000-000000000000}"/>
          </ac:spMkLst>
        </pc:spChg>
        <pc:spChg chg="mod">
          <ac:chgData name="Tristan Despont" userId="d1a7c66da9d715b7" providerId="LiveId" clId="{8D77CC59-83D2-4C48-82B8-96050E88F101}" dt="2026-03-25T18:02:22.885" v="176" actId="790"/>
          <ac:spMkLst>
            <pc:docMk/>
            <pc:sldMk cId="0" sldId="258"/>
            <ac:spMk id="9" creationId="{00000000-0000-0000-0000-000000000000}"/>
          </ac:spMkLst>
        </pc:spChg>
        <pc:spChg chg="mod">
          <ac:chgData name="Tristan Despont" userId="d1a7c66da9d715b7" providerId="LiveId" clId="{8D77CC59-83D2-4C48-82B8-96050E88F101}" dt="2026-04-01T11:22:07.122" v="284" actId="790"/>
          <ac:spMkLst>
            <pc:docMk/>
            <pc:sldMk cId="0" sldId="258"/>
            <ac:spMk id="15" creationId="{00000000-0000-0000-0000-000000000000}"/>
          </ac:spMkLst>
        </pc:spChg>
        <pc:spChg chg="mod">
          <ac:chgData name="Tristan Despont" userId="d1a7c66da9d715b7" providerId="LiveId" clId="{8D77CC59-83D2-4C48-82B8-96050E88F101}" dt="2026-04-01T11:22:07.122" v="284" actId="790"/>
          <ac:spMkLst>
            <pc:docMk/>
            <pc:sldMk cId="0" sldId="258"/>
            <ac:spMk id="16" creationId="{00000000-0000-0000-0000-000000000000}"/>
          </ac:spMkLst>
        </pc:spChg>
        <pc:spChg chg="mod">
          <ac:chgData name="Tristan Despont" userId="d1a7c66da9d715b7" providerId="LiveId" clId="{8D77CC59-83D2-4C48-82B8-96050E88F101}" dt="2026-04-01T11:22:07.122" v="284" actId="790"/>
          <ac:spMkLst>
            <pc:docMk/>
            <pc:sldMk cId="0" sldId="258"/>
            <ac:spMk id="18" creationId="{00000000-0000-0000-0000-000000000000}"/>
          </ac:spMkLst>
        </pc:spChg>
        <pc:spChg chg="mod">
          <ac:chgData name="Tristan Despont" userId="d1a7c66da9d715b7" providerId="LiveId" clId="{8D77CC59-83D2-4C48-82B8-96050E88F101}" dt="2026-03-25T18:02:22.885" v="176" actId="790"/>
          <ac:spMkLst>
            <pc:docMk/>
            <pc:sldMk cId="0" sldId="258"/>
            <ac:spMk id="19" creationId="{00000000-0000-0000-0000-000000000000}"/>
          </ac:spMkLst>
        </pc:spChg>
        <pc:spChg chg="mod">
          <ac:chgData name="Tristan Despont" userId="d1a7c66da9d715b7" providerId="LiveId" clId="{8D77CC59-83D2-4C48-82B8-96050E88F101}" dt="2026-03-25T18:20:45.572" v="215" actId="790"/>
          <ac:spMkLst>
            <pc:docMk/>
            <pc:sldMk cId="0" sldId="258"/>
            <ac:spMk id="23" creationId="{00000000-0000-0000-0000-000000000000}"/>
          </ac:spMkLst>
        </pc:spChg>
        <pc:spChg chg="mod">
          <ac:chgData name="Tristan Despont" userId="d1a7c66da9d715b7" providerId="LiveId" clId="{8D77CC59-83D2-4C48-82B8-96050E88F101}" dt="2026-03-25T18:02:22.885" v="176" actId="790"/>
          <ac:spMkLst>
            <pc:docMk/>
            <pc:sldMk cId="0" sldId="258"/>
            <ac:spMk id="26" creationId="{00000000-0000-0000-0000-000000000000}"/>
          </ac:spMkLst>
        </pc:spChg>
        <pc:spChg chg="mod">
          <ac:chgData name="Tristan Despont" userId="d1a7c66da9d715b7" providerId="LiveId" clId="{8D77CC59-83D2-4C48-82B8-96050E88F101}" dt="2026-03-25T18:02:22.885" v="176" actId="790"/>
          <ac:spMkLst>
            <pc:docMk/>
            <pc:sldMk cId="0" sldId="258"/>
            <ac:spMk id="28" creationId="{00000000-0000-0000-0000-000000000000}"/>
          </ac:spMkLst>
        </pc:spChg>
        <pc:spChg chg="mod">
          <ac:chgData name="Tristan Despont" userId="d1a7c66da9d715b7" providerId="LiveId" clId="{8D77CC59-83D2-4C48-82B8-96050E88F101}" dt="2026-03-25T18:20:45.572" v="215" actId="790"/>
          <ac:spMkLst>
            <pc:docMk/>
            <pc:sldMk cId="0" sldId="258"/>
            <ac:spMk id="29" creationId="{00000000-0000-0000-0000-000000000000}"/>
          </ac:spMkLst>
        </pc:spChg>
        <pc:spChg chg="mod">
          <ac:chgData name="Tristan Despont" userId="d1a7c66da9d715b7" providerId="LiveId" clId="{8D77CC59-83D2-4C48-82B8-96050E88F101}" dt="2026-04-01T11:22:07.122" v="284" actId="790"/>
          <ac:spMkLst>
            <pc:docMk/>
            <pc:sldMk cId="0" sldId="258"/>
            <ac:spMk id="34" creationId="{00000000-0000-0000-0000-000000000000}"/>
          </ac:spMkLst>
        </pc:spChg>
        <pc:spChg chg="mod">
          <ac:chgData name="Tristan Despont" userId="d1a7c66da9d715b7" providerId="LiveId" clId="{8D77CC59-83D2-4C48-82B8-96050E88F101}" dt="2026-03-25T18:02:22.885" v="176" actId="790"/>
          <ac:spMkLst>
            <pc:docMk/>
            <pc:sldMk cId="0" sldId="258"/>
            <ac:spMk id="37" creationId="{00000000-0000-0000-0000-000000000000}"/>
          </ac:spMkLst>
        </pc:spChg>
        <pc:spChg chg="mod">
          <ac:chgData name="Tristan Despont" userId="d1a7c66da9d715b7" providerId="LiveId" clId="{8D77CC59-83D2-4C48-82B8-96050E88F101}" dt="2026-03-25T18:20:45.572" v="215" actId="790"/>
          <ac:spMkLst>
            <pc:docMk/>
            <pc:sldMk cId="0" sldId="258"/>
            <ac:spMk id="38" creationId="{00000000-0000-0000-0000-000000000000}"/>
          </ac:spMkLst>
        </pc:spChg>
        <pc:spChg chg="mod">
          <ac:chgData name="Tristan Despont" userId="d1a7c66da9d715b7" providerId="LiveId" clId="{8D77CC59-83D2-4C48-82B8-96050E88F101}" dt="2026-04-01T11:22:07.122" v="284" actId="790"/>
          <ac:spMkLst>
            <pc:docMk/>
            <pc:sldMk cId="0" sldId="258"/>
            <ac:spMk id="41" creationId="{00000000-0000-0000-0000-000000000000}"/>
          </ac:spMkLst>
        </pc:spChg>
        <pc:spChg chg="mod">
          <ac:chgData name="Tristan Despont" userId="d1a7c66da9d715b7" providerId="LiveId" clId="{8D77CC59-83D2-4C48-82B8-96050E88F101}" dt="2026-04-01T11:22:07.122" v="284" actId="790"/>
          <ac:spMkLst>
            <pc:docMk/>
            <pc:sldMk cId="0" sldId="258"/>
            <ac:spMk id="42" creationId="{00000000-0000-0000-0000-000000000000}"/>
          </ac:spMkLst>
        </pc:spChg>
        <pc:spChg chg="mod">
          <ac:chgData name="Tristan Despont" userId="d1a7c66da9d715b7" providerId="LiveId" clId="{8D77CC59-83D2-4C48-82B8-96050E88F101}" dt="2026-04-01T11:22:07.122" v="284" actId="790"/>
          <ac:spMkLst>
            <pc:docMk/>
            <pc:sldMk cId="0" sldId="258"/>
            <ac:spMk id="43" creationId="{00000000-0000-0000-0000-000000000000}"/>
          </ac:spMkLst>
        </pc:spChg>
        <pc:spChg chg="mod">
          <ac:chgData name="Tristan Despont" userId="d1a7c66da9d715b7" providerId="LiveId" clId="{8D77CC59-83D2-4C48-82B8-96050E88F101}" dt="2026-04-01T11:22:07.122" v="284" actId="790"/>
          <ac:spMkLst>
            <pc:docMk/>
            <pc:sldMk cId="0" sldId="258"/>
            <ac:spMk id="45" creationId="{00000000-0000-0000-0000-000000000000}"/>
          </ac:spMkLst>
        </pc:spChg>
        <pc:spChg chg="mod">
          <ac:chgData name="Tristan Despont" userId="d1a7c66da9d715b7" providerId="LiveId" clId="{8D77CC59-83D2-4C48-82B8-96050E88F101}" dt="2026-03-25T18:20:45.572" v="215" actId="790"/>
          <ac:spMkLst>
            <pc:docMk/>
            <pc:sldMk cId="0" sldId="258"/>
            <ac:spMk id="46" creationId="{00000000-0000-0000-0000-000000000000}"/>
          </ac:spMkLst>
        </pc:spChg>
        <pc:spChg chg="mod">
          <ac:chgData name="Tristan Despont" userId="d1a7c66da9d715b7" providerId="LiveId" clId="{8D77CC59-83D2-4C48-82B8-96050E88F101}" dt="2026-03-25T18:20:45.572" v="215" actId="790"/>
          <ac:spMkLst>
            <pc:docMk/>
            <pc:sldMk cId="0" sldId="258"/>
            <ac:spMk id="48" creationId="{00000000-0000-0000-0000-000000000000}"/>
          </ac:spMkLst>
        </pc:spChg>
      </pc:sldChg>
      <pc:sldChg chg="modSp mod modNotesTx">
        <pc:chgData name="Tristan Despont" userId="d1a7c66da9d715b7" providerId="LiveId" clId="{8D77CC59-83D2-4C48-82B8-96050E88F101}" dt="2026-04-01T11:26:38.780" v="534" actId="20577"/>
        <pc:sldMkLst>
          <pc:docMk/>
          <pc:sldMk cId="0" sldId="259"/>
        </pc:sldMkLst>
        <pc:spChg chg="mod">
          <ac:chgData name="Tristan Despont" userId="d1a7c66da9d715b7" providerId="LiveId" clId="{8D77CC59-83D2-4C48-82B8-96050E88F101}" dt="2026-04-01T11:22:07.122" v="284" actId="790"/>
          <ac:spMkLst>
            <pc:docMk/>
            <pc:sldMk cId="0" sldId="259"/>
            <ac:spMk id="2" creationId="{00000000-0000-0000-0000-000000000000}"/>
          </ac:spMkLst>
        </pc:spChg>
        <pc:spChg chg="mod">
          <ac:chgData name="Tristan Despont" userId="d1a7c66da9d715b7" providerId="LiveId" clId="{8D77CC59-83D2-4C48-82B8-96050E88F101}" dt="2026-04-01T11:22:07.122" v="284" actId="790"/>
          <ac:spMkLst>
            <pc:docMk/>
            <pc:sldMk cId="0" sldId="259"/>
            <ac:spMk id="3" creationId="{00000000-0000-0000-0000-000000000000}"/>
          </ac:spMkLst>
        </pc:spChg>
        <pc:spChg chg="mod">
          <ac:chgData name="Tristan Despont" userId="d1a7c66da9d715b7" providerId="LiveId" clId="{8D77CC59-83D2-4C48-82B8-96050E88F101}" dt="2026-03-25T18:20:45.572" v="215" actId="790"/>
          <ac:spMkLst>
            <pc:docMk/>
            <pc:sldMk cId="0" sldId="259"/>
            <ac:spMk id="4" creationId="{00000000-0000-0000-0000-000000000000}"/>
          </ac:spMkLst>
        </pc:spChg>
        <pc:spChg chg="mod">
          <ac:chgData name="Tristan Despont" userId="d1a7c66da9d715b7" providerId="LiveId" clId="{8D77CC59-83D2-4C48-82B8-96050E88F101}" dt="2026-04-01T11:22:07.122" v="284" actId="790"/>
          <ac:spMkLst>
            <pc:docMk/>
            <pc:sldMk cId="0" sldId="259"/>
            <ac:spMk id="5" creationId="{00000000-0000-0000-0000-000000000000}"/>
          </ac:spMkLst>
        </pc:spChg>
        <pc:spChg chg="mod">
          <ac:chgData name="Tristan Despont" userId="d1a7c66da9d715b7" providerId="LiveId" clId="{8D77CC59-83D2-4C48-82B8-96050E88F101}" dt="2026-04-01T11:22:07.122" v="284" actId="790"/>
          <ac:spMkLst>
            <pc:docMk/>
            <pc:sldMk cId="0" sldId="259"/>
            <ac:spMk id="6" creationId="{00000000-0000-0000-0000-000000000000}"/>
          </ac:spMkLst>
        </pc:spChg>
        <pc:spChg chg="mod">
          <ac:chgData name="Tristan Despont" userId="d1a7c66da9d715b7" providerId="LiveId" clId="{8D77CC59-83D2-4C48-82B8-96050E88F101}" dt="2026-03-25T18:08:49.570" v="188" actId="790"/>
          <ac:spMkLst>
            <pc:docMk/>
            <pc:sldMk cId="0" sldId="259"/>
            <ac:spMk id="7" creationId="{00000000-0000-0000-0000-000000000000}"/>
          </ac:spMkLst>
        </pc:spChg>
        <pc:spChg chg="mod">
          <ac:chgData name="Tristan Despont" userId="d1a7c66da9d715b7" providerId="LiveId" clId="{8D77CC59-83D2-4C48-82B8-96050E88F101}" dt="2026-04-01T11:22:07.122" v="284" actId="790"/>
          <ac:spMkLst>
            <pc:docMk/>
            <pc:sldMk cId="0" sldId="259"/>
            <ac:spMk id="8" creationId="{00000000-0000-0000-0000-000000000000}"/>
          </ac:spMkLst>
        </pc:spChg>
        <pc:spChg chg="mod">
          <ac:chgData name="Tristan Despont" userId="d1a7c66da9d715b7" providerId="LiveId" clId="{8D77CC59-83D2-4C48-82B8-96050E88F101}" dt="2026-03-25T18:20:45.572" v="215" actId="790"/>
          <ac:spMkLst>
            <pc:docMk/>
            <pc:sldMk cId="0" sldId="259"/>
            <ac:spMk id="10" creationId="{00000000-0000-0000-0000-000000000000}"/>
          </ac:spMkLst>
        </pc:spChg>
        <pc:spChg chg="mod">
          <ac:chgData name="Tristan Despont" userId="d1a7c66da9d715b7" providerId="LiveId" clId="{8D77CC59-83D2-4C48-82B8-96050E88F101}" dt="2026-04-01T11:22:07.122" v="284" actId="790"/>
          <ac:spMkLst>
            <pc:docMk/>
            <pc:sldMk cId="0" sldId="259"/>
            <ac:spMk id="11" creationId="{00000000-0000-0000-0000-000000000000}"/>
          </ac:spMkLst>
        </pc:spChg>
        <pc:spChg chg="mod">
          <ac:chgData name="Tristan Despont" userId="d1a7c66da9d715b7" providerId="LiveId" clId="{8D77CC59-83D2-4C48-82B8-96050E88F101}" dt="2026-04-01T11:22:07.122" v="284" actId="790"/>
          <ac:spMkLst>
            <pc:docMk/>
            <pc:sldMk cId="0" sldId="259"/>
            <ac:spMk id="12" creationId="{00000000-0000-0000-0000-000000000000}"/>
          </ac:spMkLst>
        </pc:spChg>
        <pc:spChg chg="mod">
          <ac:chgData name="Tristan Despont" userId="d1a7c66da9d715b7" providerId="LiveId" clId="{8D77CC59-83D2-4C48-82B8-96050E88F101}" dt="2026-03-25T18:08:49.570" v="188" actId="790"/>
          <ac:spMkLst>
            <pc:docMk/>
            <pc:sldMk cId="0" sldId="259"/>
            <ac:spMk id="13" creationId="{00000000-0000-0000-0000-000000000000}"/>
          </ac:spMkLst>
        </pc:spChg>
        <pc:spChg chg="mod">
          <ac:chgData name="Tristan Despont" userId="d1a7c66da9d715b7" providerId="LiveId" clId="{8D77CC59-83D2-4C48-82B8-96050E88F101}" dt="2026-03-25T18:20:45.572" v="215" actId="790"/>
          <ac:spMkLst>
            <pc:docMk/>
            <pc:sldMk cId="0" sldId="259"/>
            <ac:spMk id="14" creationId="{00000000-0000-0000-0000-000000000000}"/>
          </ac:spMkLst>
        </pc:spChg>
        <pc:spChg chg="mod">
          <ac:chgData name="Tristan Despont" userId="d1a7c66da9d715b7" providerId="LiveId" clId="{8D77CC59-83D2-4C48-82B8-96050E88F101}" dt="2026-04-01T11:22:07.122" v="284" actId="790"/>
          <ac:spMkLst>
            <pc:docMk/>
            <pc:sldMk cId="0" sldId="259"/>
            <ac:spMk id="15" creationId="{00000000-0000-0000-0000-000000000000}"/>
          </ac:spMkLst>
        </pc:spChg>
        <pc:spChg chg="mod">
          <ac:chgData name="Tristan Despont" userId="d1a7c66da9d715b7" providerId="LiveId" clId="{8D77CC59-83D2-4C48-82B8-96050E88F101}" dt="2026-03-25T18:08:49.570" v="188" actId="790"/>
          <ac:spMkLst>
            <pc:docMk/>
            <pc:sldMk cId="0" sldId="259"/>
            <ac:spMk id="16" creationId="{00000000-0000-0000-0000-000000000000}"/>
          </ac:spMkLst>
        </pc:spChg>
        <pc:spChg chg="mod">
          <ac:chgData name="Tristan Despont" userId="d1a7c66da9d715b7" providerId="LiveId" clId="{8D77CC59-83D2-4C48-82B8-96050E88F101}" dt="2026-04-01T11:22:07.122" v="284" actId="790"/>
          <ac:spMkLst>
            <pc:docMk/>
            <pc:sldMk cId="0" sldId="259"/>
            <ac:spMk id="17" creationId="{00000000-0000-0000-0000-000000000000}"/>
          </ac:spMkLst>
        </pc:spChg>
        <pc:spChg chg="mod">
          <ac:chgData name="Tristan Despont" userId="d1a7c66da9d715b7" providerId="LiveId" clId="{8D77CC59-83D2-4C48-82B8-96050E88F101}" dt="2026-03-25T18:20:45.572" v="215" actId="790"/>
          <ac:spMkLst>
            <pc:docMk/>
            <pc:sldMk cId="0" sldId="259"/>
            <ac:spMk id="18" creationId="{00000000-0000-0000-0000-000000000000}"/>
          </ac:spMkLst>
        </pc:spChg>
        <pc:spChg chg="mod">
          <ac:chgData name="Tristan Despont" userId="d1a7c66da9d715b7" providerId="LiveId" clId="{8D77CC59-83D2-4C48-82B8-96050E88F101}" dt="2026-04-01T11:22:07.122" v="284" actId="790"/>
          <ac:spMkLst>
            <pc:docMk/>
            <pc:sldMk cId="0" sldId="259"/>
            <ac:spMk id="19" creationId="{00000000-0000-0000-0000-000000000000}"/>
          </ac:spMkLst>
        </pc:spChg>
        <pc:spChg chg="mod">
          <ac:chgData name="Tristan Despont" userId="d1a7c66da9d715b7" providerId="LiveId" clId="{8D77CC59-83D2-4C48-82B8-96050E88F101}" dt="2026-03-25T18:20:45.572" v="215" actId="790"/>
          <ac:spMkLst>
            <pc:docMk/>
            <pc:sldMk cId="0" sldId="259"/>
            <ac:spMk id="20" creationId="{00000000-0000-0000-0000-000000000000}"/>
          </ac:spMkLst>
        </pc:spChg>
        <pc:picChg chg="mod">
          <ac:chgData name="Tristan Despont" userId="d1a7c66da9d715b7" providerId="LiveId" clId="{8D77CC59-83D2-4C48-82B8-96050E88F101}" dt="2026-03-25T16:57:06.166" v="120" actId="108"/>
          <ac:picMkLst>
            <pc:docMk/>
            <pc:sldMk cId="0" sldId="259"/>
            <ac:picMk id="22" creationId="{256DCD9B-8FCE-6F0C-7E23-AAFF21F9B8E9}"/>
          </ac:picMkLst>
        </pc:picChg>
      </pc:sldChg>
      <pc:sldChg chg="modSp mod">
        <pc:chgData name="Tristan Despont" userId="d1a7c66da9d715b7" providerId="LiveId" clId="{8D77CC59-83D2-4C48-82B8-96050E88F101}" dt="2026-04-01T11:22:07.122" v="284" actId="790"/>
        <pc:sldMkLst>
          <pc:docMk/>
          <pc:sldMk cId="0" sldId="260"/>
        </pc:sldMkLst>
        <pc:spChg chg="mod">
          <ac:chgData name="Tristan Despont" userId="d1a7c66da9d715b7" providerId="LiveId" clId="{8D77CC59-83D2-4C48-82B8-96050E88F101}" dt="2026-03-25T18:08:44.776" v="187" actId="790"/>
          <ac:spMkLst>
            <pc:docMk/>
            <pc:sldMk cId="0" sldId="260"/>
            <ac:spMk id="2" creationId="{00000000-0000-0000-0000-000000000000}"/>
          </ac:spMkLst>
        </pc:spChg>
        <pc:spChg chg="mod">
          <ac:chgData name="Tristan Despont" userId="d1a7c66da9d715b7" providerId="LiveId" clId="{8D77CC59-83D2-4C48-82B8-96050E88F101}" dt="2026-03-25T18:20:45.572" v="215" actId="790"/>
          <ac:spMkLst>
            <pc:docMk/>
            <pc:sldMk cId="0" sldId="260"/>
            <ac:spMk id="3" creationId="{00000000-0000-0000-0000-000000000000}"/>
          </ac:spMkLst>
        </pc:spChg>
        <pc:spChg chg="mod">
          <ac:chgData name="Tristan Despont" userId="d1a7c66da9d715b7" providerId="LiveId" clId="{8D77CC59-83D2-4C48-82B8-96050E88F101}" dt="2026-04-01T11:22:07.122" v="284" actId="790"/>
          <ac:spMkLst>
            <pc:docMk/>
            <pc:sldMk cId="0" sldId="260"/>
            <ac:spMk id="4" creationId="{00000000-0000-0000-0000-000000000000}"/>
          </ac:spMkLst>
        </pc:spChg>
        <pc:spChg chg="mod">
          <ac:chgData name="Tristan Despont" userId="d1a7c66da9d715b7" providerId="LiveId" clId="{8D77CC59-83D2-4C48-82B8-96050E88F101}" dt="2026-03-25T18:20:45.572" v="215" actId="790"/>
          <ac:spMkLst>
            <pc:docMk/>
            <pc:sldMk cId="0" sldId="260"/>
            <ac:spMk id="5" creationId="{00000000-0000-0000-0000-000000000000}"/>
          </ac:spMkLst>
        </pc:spChg>
        <pc:spChg chg="mod">
          <ac:chgData name="Tristan Despont" userId="d1a7c66da9d715b7" providerId="LiveId" clId="{8D77CC59-83D2-4C48-82B8-96050E88F101}" dt="2026-03-25T18:20:45.572" v="215" actId="790"/>
          <ac:spMkLst>
            <pc:docMk/>
            <pc:sldMk cId="0" sldId="260"/>
            <ac:spMk id="6" creationId="{00000000-0000-0000-0000-000000000000}"/>
          </ac:spMkLst>
        </pc:spChg>
        <pc:spChg chg="mod">
          <ac:chgData name="Tristan Despont" userId="d1a7c66da9d715b7" providerId="LiveId" clId="{8D77CC59-83D2-4C48-82B8-96050E88F101}" dt="2026-03-25T18:20:45.572" v="215" actId="790"/>
          <ac:spMkLst>
            <pc:docMk/>
            <pc:sldMk cId="0" sldId="260"/>
            <ac:spMk id="8" creationId="{00000000-0000-0000-0000-000000000000}"/>
          </ac:spMkLst>
        </pc:spChg>
        <pc:spChg chg="mod">
          <ac:chgData name="Tristan Despont" userId="d1a7c66da9d715b7" providerId="LiveId" clId="{8D77CC59-83D2-4C48-82B8-96050E88F101}" dt="2026-04-01T11:22:07.122" v="284" actId="790"/>
          <ac:spMkLst>
            <pc:docMk/>
            <pc:sldMk cId="0" sldId="260"/>
            <ac:spMk id="10" creationId="{00000000-0000-0000-0000-000000000000}"/>
          </ac:spMkLst>
        </pc:spChg>
        <pc:spChg chg="mod">
          <ac:chgData name="Tristan Despont" userId="d1a7c66da9d715b7" providerId="LiveId" clId="{8D77CC59-83D2-4C48-82B8-96050E88F101}" dt="2026-04-01T11:22:07.122" v="284" actId="790"/>
          <ac:spMkLst>
            <pc:docMk/>
            <pc:sldMk cId="0" sldId="260"/>
            <ac:spMk id="11" creationId="{00000000-0000-0000-0000-000000000000}"/>
          </ac:spMkLst>
        </pc:spChg>
        <pc:spChg chg="mod">
          <ac:chgData name="Tristan Despont" userId="d1a7c66da9d715b7" providerId="LiveId" clId="{8D77CC59-83D2-4C48-82B8-96050E88F101}" dt="2026-04-01T11:22:07.122" v="284" actId="790"/>
          <ac:spMkLst>
            <pc:docMk/>
            <pc:sldMk cId="0" sldId="260"/>
            <ac:spMk id="12" creationId="{00000000-0000-0000-0000-000000000000}"/>
          </ac:spMkLst>
        </pc:spChg>
        <pc:spChg chg="mod">
          <ac:chgData name="Tristan Despont" userId="d1a7c66da9d715b7" providerId="LiveId" clId="{8D77CC59-83D2-4C48-82B8-96050E88F101}" dt="2026-04-01T11:22:07.122" v="284" actId="790"/>
          <ac:spMkLst>
            <pc:docMk/>
            <pc:sldMk cId="0" sldId="260"/>
            <ac:spMk id="13" creationId="{00000000-0000-0000-0000-000000000000}"/>
          </ac:spMkLst>
        </pc:spChg>
        <pc:spChg chg="mod">
          <ac:chgData name="Tristan Despont" userId="d1a7c66da9d715b7" providerId="LiveId" clId="{8D77CC59-83D2-4C48-82B8-96050E88F101}" dt="2026-04-01T11:22:07.122" v="284" actId="790"/>
          <ac:spMkLst>
            <pc:docMk/>
            <pc:sldMk cId="0" sldId="260"/>
            <ac:spMk id="14" creationId="{00000000-0000-0000-0000-000000000000}"/>
          </ac:spMkLst>
        </pc:spChg>
        <pc:spChg chg="mod">
          <ac:chgData name="Tristan Despont" userId="d1a7c66da9d715b7" providerId="LiveId" clId="{8D77CC59-83D2-4C48-82B8-96050E88F101}" dt="2026-04-01T11:22:07.122" v="284" actId="790"/>
          <ac:spMkLst>
            <pc:docMk/>
            <pc:sldMk cId="0" sldId="260"/>
            <ac:spMk id="16" creationId="{00000000-0000-0000-0000-000000000000}"/>
          </ac:spMkLst>
        </pc:spChg>
        <pc:spChg chg="mod">
          <ac:chgData name="Tristan Despont" userId="d1a7c66da9d715b7" providerId="LiveId" clId="{8D77CC59-83D2-4C48-82B8-96050E88F101}" dt="2026-03-25T18:20:45.572" v="215" actId="790"/>
          <ac:spMkLst>
            <pc:docMk/>
            <pc:sldMk cId="0" sldId="260"/>
            <ac:spMk id="17" creationId="{00000000-0000-0000-0000-000000000000}"/>
          </ac:spMkLst>
        </pc:spChg>
        <pc:spChg chg="mod">
          <ac:chgData name="Tristan Despont" userId="d1a7c66da9d715b7" providerId="LiveId" clId="{8D77CC59-83D2-4C48-82B8-96050E88F101}" dt="2026-03-25T18:08:44.776" v="187" actId="790"/>
          <ac:spMkLst>
            <pc:docMk/>
            <pc:sldMk cId="0" sldId="260"/>
            <ac:spMk id="18" creationId="{00000000-0000-0000-0000-000000000000}"/>
          </ac:spMkLst>
        </pc:spChg>
        <pc:spChg chg="mod">
          <ac:chgData name="Tristan Despont" userId="d1a7c66da9d715b7" providerId="LiveId" clId="{8D77CC59-83D2-4C48-82B8-96050E88F101}" dt="2026-03-25T18:20:45.572" v="215" actId="790"/>
          <ac:spMkLst>
            <pc:docMk/>
            <pc:sldMk cId="0" sldId="260"/>
            <ac:spMk id="19" creationId="{00000000-0000-0000-0000-000000000000}"/>
          </ac:spMkLst>
        </pc:spChg>
        <pc:spChg chg="mod">
          <ac:chgData name="Tristan Despont" userId="d1a7c66da9d715b7" providerId="LiveId" clId="{8D77CC59-83D2-4C48-82B8-96050E88F101}" dt="2026-03-25T18:20:45.572" v="215" actId="790"/>
          <ac:spMkLst>
            <pc:docMk/>
            <pc:sldMk cId="0" sldId="260"/>
            <ac:spMk id="20" creationId="{00000000-0000-0000-0000-000000000000}"/>
          </ac:spMkLst>
        </pc:spChg>
        <pc:spChg chg="mod">
          <ac:chgData name="Tristan Despont" userId="d1a7c66da9d715b7" providerId="LiveId" clId="{8D77CC59-83D2-4C48-82B8-96050E88F101}" dt="2026-03-25T18:20:45.572" v="215" actId="790"/>
          <ac:spMkLst>
            <pc:docMk/>
            <pc:sldMk cId="0" sldId="260"/>
            <ac:spMk id="21" creationId="{00000000-0000-0000-0000-000000000000}"/>
          </ac:spMkLst>
        </pc:spChg>
        <pc:spChg chg="mod">
          <ac:chgData name="Tristan Despont" userId="d1a7c66da9d715b7" providerId="LiveId" clId="{8D77CC59-83D2-4C48-82B8-96050E88F101}" dt="2026-04-01T11:22:07.122" v="284" actId="790"/>
          <ac:spMkLst>
            <pc:docMk/>
            <pc:sldMk cId="0" sldId="260"/>
            <ac:spMk id="22" creationId="{00000000-0000-0000-0000-000000000000}"/>
          </ac:spMkLst>
        </pc:spChg>
        <pc:spChg chg="mod">
          <ac:chgData name="Tristan Despont" userId="d1a7c66da9d715b7" providerId="LiveId" clId="{8D77CC59-83D2-4C48-82B8-96050E88F101}" dt="2026-04-01T11:22:07.122" v="284" actId="790"/>
          <ac:spMkLst>
            <pc:docMk/>
            <pc:sldMk cId="0" sldId="260"/>
            <ac:spMk id="24" creationId="{00000000-0000-0000-0000-000000000000}"/>
          </ac:spMkLst>
        </pc:spChg>
        <pc:spChg chg="mod">
          <ac:chgData name="Tristan Despont" userId="d1a7c66da9d715b7" providerId="LiveId" clId="{8D77CC59-83D2-4C48-82B8-96050E88F101}" dt="2026-03-25T18:08:44.776" v="187" actId="790"/>
          <ac:spMkLst>
            <pc:docMk/>
            <pc:sldMk cId="0" sldId="260"/>
            <ac:spMk id="25" creationId="{00000000-0000-0000-0000-000000000000}"/>
          </ac:spMkLst>
        </pc:spChg>
        <pc:spChg chg="mod">
          <ac:chgData name="Tristan Despont" userId="d1a7c66da9d715b7" providerId="LiveId" clId="{8D77CC59-83D2-4C48-82B8-96050E88F101}" dt="2026-04-01T11:22:07.122" v="284" actId="790"/>
          <ac:spMkLst>
            <pc:docMk/>
            <pc:sldMk cId="0" sldId="260"/>
            <ac:spMk id="26" creationId="{00000000-0000-0000-0000-000000000000}"/>
          </ac:spMkLst>
        </pc:spChg>
        <pc:picChg chg="mod">
          <ac:chgData name="Tristan Despont" userId="d1a7c66da9d715b7" providerId="LiveId" clId="{8D77CC59-83D2-4C48-82B8-96050E88F101}" dt="2026-03-25T17:23:35.796" v="129" actId="14100"/>
          <ac:picMkLst>
            <pc:docMk/>
            <pc:sldMk cId="0" sldId="260"/>
            <ac:picMk id="30" creationId="{D449E353-44E9-097A-FB64-0B9011A97236}"/>
          </ac:picMkLst>
        </pc:picChg>
      </pc:sldChg>
      <pc:sldChg chg="modSp mod">
        <pc:chgData name="Tristan Despont" userId="d1a7c66da9d715b7" providerId="LiveId" clId="{8D77CC59-83D2-4C48-82B8-96050E88F101}" dt="2026-04-01T11:22:07.122" v="284" actId="790"/>
        <pc:sldMkLst>
          <pc:docMk/>
          <pc:sldMk cId="0" sldId="261"/>
        </pc:sldMkLst>
        <pc:spChg chg="mod">
          <ac:chgData name="Tristan Despont" userId="d1a7c66da9d715b7" providerId="LiveId" clId="{8D77CC59-83D2-4C48-82B8-96050E88F101}" dt="2026-04-01T11:22:07.122" v="284" actId="790"/>
          <ac:spMkLst>
            <pc:docMk/>
            <pc:sldMk cId="0" sldId="261"/>
            <ac:spMk id="3" creationId="{00000000-0000-0000-0000-000000000000}"/>
          </ac:spMkLst>
        </pc:spChg>
        <pc:spChg chg="mod">
          <ac:chgData name="Tristan Despont" userId="d1a7c66da9d715b7" providerId="LiveId" clId="{8D77CC59-83D2-4C48-82B8-96050E88F101}" dt="2026-03-25T18:08:56.909" v="189" actId="790"/>
          <ac:spMkLst>
            <pc:docMk/>
            <pc:sldMk cId="0" sldId="261"/>
            <ac:spMk id="6" creationId="{00000000-0000-0000-0000-000000000000}"/>
          </ac:spMkLst>
        </pc:spChg>
        <pc:spChg chg="mod">
          <ac:chgData name="Tristan Despont" userId="d1a7c66da9d715b7" providerId="LiveId" clId="{8D77CC59-83D2-4C48-82B8-96050E88F101}" dt="2026-03-25T18:20:45.572" v="215" actId="790"/>
          <ac:spMkLst>
            <pc:docMk/>
            <pc:sldMk cId="0" sldId="261"/>
            <ac:spMk id="8" creationId="{00000000-0000-0000-0000-000000000000}"/>
          </ac:spMkLst>
        </pc:spChg>
        <pc:spChg chg="mod">
          <ac:chgData name="Tristan Despont" userId="d1a7c66da9d715b7" providerId="LiveId" clId="{8D77CC59-83D2-4C48-82B8-96050E88F101}" dt="2026-03-25T18:08:56.909" v="189" actId="790"/>
          <ac:spMkLst>
            <pc:docMk/>
            <pc:sldMk cId="0" sldId="261"/>
            <ac:spMk id="9" creationId="{00000000-0000-0000-0000-000000000000}"/>
          </ac:spMkLst>
        </pc:spChg>
        <pc:spChg chg="mod">
          <ac:chgData name="Tristan Despont" userId="d1a7c66da9d715b7" providerId="LiveId" clId="{8D77CC59-83D2-4C48-82B8-96050E88F101}" dt="2026-03-25T18:20:45.572" v="215" actId="790"/>
          <ac:spMkLst>
            <pc:docMk/>
            <pc:sldMk cId="0" sldId="261"/>
            <ac:spMk id="15" creationId="{00000000-0000-0000-0000-000000000000}"/>
          </ac:spMkLst>
        </pc:spChg>
        <pc:spChg chg="mod">
          <ac:chgData name="Tristan Despont" userId="d1a7c66da9d715b7" providerId="LiveId" clId="{8D77CC59-83D2-4C48-82B8-96050E88F101}" dt="2026-03-25T18:08:56.909" v="189" actId="790"/>
          <ac:spMkLst>
            <pc:docMk/>
            <pc:sldMk cId="0" sldId="261"/>
            <ac:spMk id="19" creationId="{00000000-0000-0000-0000-000000000000}"/>
          </ac:spMkLst>
        </pc:spChg>
        <pc:spChg chg="mod">
          <ac:chgData name="Tristan Despont" userId="d1a7c66da9d715b7" providerId="LiveId" clId="{8D77CC59-83D2-4C48-82B8-96050E88F101}" dt="2026-04-01T11:22:07.122" v="284" actId="790"/>
          <ac:spMkLst>
            <pc:docMk/>
            <pc:sldMk cId="0" sldId="261"/>
            <ac:spMk id="21" creationId="{00000000-0000-0000-0000-000000000000}"/>
          </ac:spMkLst>
        </pc:spChg>
        <pc:spChg chg="mod">
          <ac:chgData name="Tristan Despont" userId="d1a7c66da9d715b7" providerId="LiveId" clId="{8D77CC59-83D2-4C48-82B8-96050E88F101}" dt="2026-03-25T18:08:56.909" v="189" actId="790"/>
          <ac:spMkLst>
            <pc:docMk/>
            <pc:sldMk cId="0" sldId="261"/>
            <ac:spMk id="22" creationId="{00000000-0000-0000-0000-000000000000}"/>
          </ac:spMkLst>
        </pc:spChg>
        <pc:spChg chg="mod">
          <ac:chgData name="Tristan Despont" userId="d1a7c66da9d715b7" providerId="LiveId" clId="{8D77CC59-83D2-4C48-82B8-96050E88F101}" dt="2026-03-25T18:20:45.572" v="215" actId="790"/>
          <ac:spMkLst>
            <pc:docMk/>
            <pc:sldMk cId="0" sldId="261"/>
            <ac:spMk id="27" creationId="{00000000-0000-0000-0000-000000000000}"/>
          </ac:spMkLst>
        </pc:spChg>
        <pc:spChg chg="mod">
          <ac:chgData name="Tristan Despont" userId="d1a7c66da9d715b7" providerId="LiveId" clId="{8D77CC59-83D2-4C48-82B8-96050E88F101}" dt="2026-03-25T18:20:45.572" v="215" actId="790"/>
          <ac:spMkLst>
            <pc:docMk/>
            <pc:sldMk cId="0" sldId="261"/>
            <ac:spMk id="28" creationId="{00000000-0000-0000-0000-000000000000}"/>
          </ac:spMkLst>
        </pc:spChg>
        <pc:spChg chg="mod">
          <ac:chgData name="Tristan Despont" userId="d1a7c66da9d715b7" providerId="LiveId" clId="{8D77CC59-83D2-4C48-82B8-96050E88F101}" dt="2026-04-01T11:22:07.122" v="284" actId="790"/>
          <ac:spMkLst>
            <pc:docMk/>
            <pc:sldMk cId="0" sldId="261"/>
            <ac:spMk id="31" creationId="{00000000-0000-0000-0000-000000000000}"/>
          </ac:spMkLst>
        </pc:spChg>
        <pc:spChg chg="mod">
          <ac:chgData name="Tristan Despont" userId="d1a7c66da9d715b7" providerId="LiveId" clId="{8D77CC59-83D2-4C48-82B8-96050E88F101}" dt="2026-04-01T11:22:07.122" v="284" actId="790"/>
          <ac:spMkLst>
            <pc:docMk/>
            <pc:sldMk cId="0" sldId="261"/>
            <ac:spMk id="32" creationId="{00000000-0000-0000-0000-000000000000}"/>
          </ac:spMkLst>
        </pc:spChg>
        <pc:spChg chg="mod">
          <ac:chgData name="Tristan Despont" userId="d1a7c66da9d715b7" providerId="LiveId" clId="{8D77CC59-83D2-4C48-82B8-96050E88F101}" dt="2026-03-25T18:20:45.572" v="215" actId="790"/>
          <ac:spMkLst>
            <pc:docMk/>
            <pc:sldMk cId="0" sldId="261"/>
            <ac:spMk id="36" creationId="{00000000-0000-0000-0000-000000000000}"/>
          </ac:spMkLst>
        </pc:spChg>
        <pc:spChg chg="mod">
          <ac:chgData name="Tristan Despont" userId="d1a7c66da9d715b7" providerId="LiveId" clId="{8D77CC59-83D2-4C48-82B8-96050E88F101}" dt="2026-03-25T18:20:45.572" v="215" actId="790"/>
          <ac:spMkLst>
            <pc:docMk/>
            <pc:sldMk cId="0" sldId="261"/>
            <ac:spMk id="37" creationId="{00000000-0000-0000-0000-000000000000}"/>
          </ac:spMkLst>
        </pc:spChg>
        <pc:spChg chg="mod">
          <ac:chgData name="Tristan Despont" userId="d1a7c66da9d715b7" providerId="LiveId" clId="{8D77CC59-83D2-4C48-82B8-96050E88F101}" dt="2026-03-25T18:20:45.572" v="215" actId="790"/>
          <ac:spMkLst>
            <pc:docMk/>
            <pc:sldMk cId="0" sldId="261"/>
            <ac:spMk id="38" creationId="{00000000-0000-0000-0000-000000000000}"/>
          </ac:spMkLst>
        </pc:spChg>
        <pc:spChg chg="mod">
          <ac:chgData name="Tristan Despont" userId="d1a7c66da9d715b7" providerId="LiveId" clId="{8D77CC59-83D2-4C48-82B8-96050E88F101}" dt="2026-03-25T18:08:56.909" v="189" actId="790"/>
          <ac:spMkLst>
            <pc:docMk/>
            <pc:sldMk cId="0" sldId="261"/>
            <ac:spMk id="41" creationId="{00000000-0000-0000-0000-000000000000}"/>
          </ac:spMkLst>
        </pc:spChg>
        <pc:spChg chg="mod">
          <ac:chgData name="Tristan Despont" userId="d1a7c66da9d715b7" providerId="LiveId" clId="{8D77CC59-83D2-4C48-82B8-96050E88F101}" dt="2026-03-25T18:20:45.572" v="215" actId="790"/>
          <ac:spMkLst>
            <pc:docMk/>
            <pc:sldMk cId="0" sldId="261"/>
            <ac:spMk id="43" creationId="{00000000-0000-0000-0000-000000000000}"/>
          </ac:spMkLst>
        </pc:spChg>
        <pc:spChg chg="mod">
          <ac:chgData name="Tristan Despont" userId="d1a7c66da9d715b7" providerId="LiveId" clId="{8D77CC59-83D2-4C48-82B8-96050E88F101}" dt="2026-04-01T11:22:07.122" v="284" actId="790"/>
          <ac:spMkLst>
            <pc:docMk/>
            <pc:sldMk cId="0" sldId="261"/>
            <ac:spMk id="44" creationId="{00000000-0000-0000-0000-000000000000}"/>
          </ac:spMkLst>
        </pc:spChg>
        <pc:spChg chg="mod">
          <ac:chgData name="Tristan Despont" userId="d1a7c66da9d715b7" providerId="LiveId" clId="{8D77CC59-83D2-4C48-82B8-96050E88F101}" dt="2026-03-25T18:20:45.572" v="215" actId="790"/>
          <ac:spMkLst>
            <pc:docMk/>
            <pc:sldMk cId="0" sldId="261"/>
            <ac:spMk id="45" creationId="{00000000-0000-0000-0000-000000000000}"/>
          </ac:spMkLst>
        </pc:spChg>
        <pc:spChg chg="mod">
          <ac:chgData name="Tristan Despont" userId="d1a7c66da9d715b7" providerId="LiveId" clId="{8D77CC59-83D2-4C48-82B8-96050E88F101}" dt="2026-03-25T18:20:45.572" v="215" actId="790"/>
          <ac:spMkLst>
            <pc:docMk/>
            <pc:sldMk cId="0" sldId="261"/>
            <ac:spMk id="50" creationId="{00000000-0000-0000-0000-000000000000}"/>
          </ac:spMkLst>
        </pc:spChg>
        <pc:spChg chg="mod">
          <ac:chgData name="Tristan Despont" userId="d1a7c66da9d715b7" providerId="LiveId" clId="{8D77CC59-83D2-4C48-82B8-96050E88F101}" dt="2026-03-25T18:08:56.909" v="189" actId="790"/>
          <ac:spMkLst>
            <pc:docMk/>
            <pc:sldMk cId="0" sldId="261"/>
            <ac:spMk id="53" creationId="{00000000-0000-0000-0000-000000000000}"/>
          </ac:spMkLst>
        </pc:spChg>
        <pc:spChg chg="mod">
          <ac:chgData name="Tristan Despont" userId="d1a7c66da9d715b7" providerId="LiveId" clId="{8D77CC59-83D2-4C48-82B8-96050E88F101}" dt="2026-04-01T11:22:07.122" v="284" actId="790"/>
          <ac:spMkLst>
            <pc:docMk/>
            <pc:sldMk cId="0" sldId="261"/>
            <ac:spMk id="59" creationId="{00000000-0000-0000-0000-000000000000}"/>
          </ac:spMkLst>
        </pc:spChg>
        <pc:spChg chg="mod">
          <ac:chgData name="Tristan Despont" userId="d1a7c66da9d715b7" providerId="LiveId" clId="{8D77CC59-83D2-4C48-82B8-96050E88F101}" dt="2026-03-25T18:08:56.909" v="189" actId="790"/>
          <ac:spMkLst>
            <pc:docMk/>
            <pc:sldMk cId="0" sldId="261"/>
            <ac:spMk id="62" creationId="{00000000-0000-0000-0000-000000000000}"/>
          </ac:spMkLst>
        </pc:spChg>
        <pc:spChg chg="mod">
          <ac:chgData name="Tristan Despont" userId="d1a7c66da9d715b7" providerId="LiveId" clId="{8D77CC59-83D2-4C48-82B8-96050E88F101}" dt="2026-03-25T18:08:56.909" v="189" actId="790"/>
          <ac:spMkLst>
            <pc:docMk/>
            <pc:sldMk cId="0" sldId="261"/>
            <ac:spMk id="63" creationId="{00000000-0000-0000-0000-000000000000}"/>
          </ac:spMkLst>
        </pc:spChg>
        <pc:spChg chg="mod">
          <ac:chgData name="Tristan Despont" userId="d1a7c66da9d715b7" providerId="LiveId" clId="{8D77CC59-83D2-4C48-82B8-96050E88F101}" dt="2026-04-01T11:22:07.122" v="284" actId="790"/>
          <ac:spMkLst>
            <pc:docMk/>
            <pc:sldMk cId="0" sldId="261"/>
            <ac:spMk id="65" creationId="{00000000-0000-0000-0000-000000000000}"/>
          </ac:spMkLst>
        </pc:spChg>
        <pc:spChg chg="mod">
          <ac:chgData name="Tristan Despont" userId="d1a7c66da9d715b7" providerId="LiveId" clId="{8D77CC59-83D2-4C48-82B8-96050E88F101}" dt="2026-04-01T11:22:07.122" v="284" actId="790"/>
          <ac:spMkLst>
            <pc:docMk/>
            <pc:sldMk cId="0" sldId="261"/>
            <ac:spMk id="66" creationId="{00000000-0000-0000-0000-000000000000}"/>
          </ac:spMkLst>
        </pc:spChg>
        <pc:spChg chg="mod">
          <ac:chgData name="Tristan Despont" userId="d1a7c66da9d715b7" providerId="LiveId" clId="{8D77CC59-83D2-4C48-82B8-96050E88F101}" dt="2026-04-01T11:22:07.122" v="284" actId="790"/>
          <ac:spMkLst>
            <pc:docMk/>
            <pc:sldMk cId="0" sldId="261"/>
            <ac:spMk id="67" creationId="{00000000-0000-0000-0000-000000000000}"/>
          </ac:spMkLst>
        </pc:spChg>
        <pc:spChg chg="mod">
          <ac:chgData name="Tristan Despont" userId="d1a7c66da9d715b7" providerId="LiveId" clId="{8D77CC59-83D2-4C48-82B8-96050E88F101}" dt="2026-04-01T11:22:07.122" v="284" actId="790"/>
          <ac:spMkLst>
            <pc:docMk/>
            <pc:sldMk cId="0" sldId="261"/>
            <ac:spMk id="68" creationId="{00000000-0000-0000-0000-000000000000}"/>
          </ac:spMkLst>
        </pc:spChg>
        <pc:spChg chg="mod">
          <ac:chgData name="Tristan Despont" userId="d1a7c66da9d715b7" providerId="LiveId" clId="{8D77CC59-83D2-4C48-82B8-96050E88F101}" dt="2026-03-25T18:08:56.909" v="189" actId="790"/>
          <ac:spMkLst>
            <pc:docMk/>
            <pc:sldMk cId="0" sldId="261"/>
            <ac:spMk id="76" creationId="{00000000-0000-0000-0000-000000000000}"/>
          </ac:spMkLst>
        </pc:spChg>
      </pc:sldChg>
      <pc:sldChg chg="addSp delSp modSp mod">
        <pc:chgData name="Tristan Despont" userId="d1a7c66da9d715b7" providerId="LiveId" clId="{8D77CC59-83D2-4C48-82B8-96050E88F101}" dt="2026-04-01T11:29:44.251" v="537" actId="20577"/>
        <pc:sldMkLst>
          <pc:docMk/>
          <pc:sldMk cId="0" sldId="262"/>
        </pc:sldMkLst>
        <pc:spChg chg="mod">
          <ac:chgData name="Tristan Despont" userId="d1a7c66da9d715b7" providerId="LiveId" clId="{8D77CC59-83D2-4C48-82B8-96050E88F101}" dt="2026-03-25T18:20:45.572" v="215" actId="790"/>
          <ac:spMkLst>
            <pc:docMk/>
            <pc:sldMk cId="0" sldId="262"/>
            <ac:spMk id="2" creationId="{00000000-0000-0000-0000-000000000000}"/>
          </ac:spMkLst>
        </pc:spChg>
        <pc:spChg chg="mod">
          <ac:chgData name="Tristan Despont" userId="d1a7c66da9d715b7" providerId="LiveId" clId="{8D77CC59-83D2-4C48-82B8-96050E88F101}" dt="2026-04-01T11:22:07.122" v="284" actId="790"/>
          <ac:spMkLst>
            <pc:docMk/>
            <pc:sldMk cId="0" sldId="262"/>
            <ac:spMk id="3" creationId="{00000000-0000-0000-0000-000000000000}"/>
          </ac:spMkLst>
        </pc:spChg>
        <pc:spChg chg="mod">
          <ac:chgData name="Tristan Despont" userId="d1a7c66da9d715b7" providerId="LiveId" clId="{8D77CC59-83D2-4C48-82B8-96050E88F101}" dt="2026-04-01T11:22:07.122" v="284" actId="790"/>
          <ac:spMkLst>
            <pc:docMk/>
            <pc:sldMk cId="0" sldId="262"/>
            <ac:spMk id="4" creationId="{00000000-0000-0000-0000-000000000000}"/>
          </ac:spMkLst>
        </pc:spChg>
        <pc:spChg chg="mod">
          <ac:chgData name="Tristan Despont" userId="d1a7c66da9d715b7" providerId="LiveId" clId="{8D77CC59-83D2-4C48-82B8-96050E88F101}" dt="2026-04-01T11:22:07.122" v="284" actId="790"/>
          <ac:spMkLst>
            <pc:docMk/>
            <pc:sldMk cId="0" sldId="262"/>
            <ac:spMk id="5" creationId="{00000000-0000-0000-0000-000000000000}"/>
          </ac:spMkLst>
        </pc:spChg>
        <pc:spChg chg="mod">
          <ac:chgData name="Tristan Despont" userId="d1a7c66da9d715b7" providerId="LiveId" clId="{8D77CC59-83D2-4C48-82B8-96050E88F101}" dt="2026-04-01T11:22:07.122" v="284" actId="790"/>
          <ac:spMkLst>
            <pc:docMk/>
            <pc:sldMk cId="0" sldId="262"/>
            <ac:spMk id="6" creationId="{00000000-0000-0000-0000-000000000000}"/>
          </ac:spMkLst>
        </pc:spChg>
        <pc:spChg chg="mod">
          <ac:chgData name="Tristan Despont" userId="d1a7c66da9d715b7" providerId="LiveId" clId="{8D77CC59-83D2-4C48-82B8-96050E88F101}" dt="2026-04-01T11:22:07.122" v="284" actId="790"/>
          <ac:spMkLst>
            <pc:docMk/>
            <pc:sldMk cId="0" sldId="262"/>
            <ac:spMk id="7" creationId="{00000000-0000-0000-0000-000000000000}"/>
          </ac:spMkLst>
        </pc:spChg>
        <pc:spChg chg="mod">
          <ac:chgData name="Tristan Despont" userId="d1a7c66da9d715b7" providerId="LiveId" clId="{8D77CC59-83D2-4C48-82B8-96050E88F101}" dt="2026-04-01T11:22:07.122" v="284" actId="790"/>
          <ac:spMkLst>
            <pc:docMk/>
            <pc:sldMk cId="0" sldId="262"/>
            <ac:spMk id="8" creationId="{00000000-0000-0000-0000-000000000000}"/>
          </ac:spMkLst>
        </pc:spChg>
        <pc:spChg chg="mod">
          <ac:chgData name="Tristan Despont" userId="d1a7c66da9d715b7" providerId="LiveId" clId="{8D77CC59-83D2-4C48-82B8-96050E88F101}" dt="2026-04-01T11:22:07.122" v="284" actId="790"/>
          <ac:spMkLst>
            <pc:docMk/>
            <pc:sldMk cId="0" sldId="262"/>
            <ac:spMk id="9" creationId="{00000000-0000-0000-0000-000000000000}"/>
          </ac:spMkLst>
        </pc:spChg>
        <pc:spChg chg="mod">
          <ac:chgData name="Tristan Despont" userId="d1a7c66da9d715b7" providerId="LiveId" clId="{8D77CC59-83D2-4C48-82B8-96050E88F101}" dt="2026-04-01T11:22:07.122" v="284" actId="790"/>
          <ac:spMkLst>
            <pc:docMk/>
            <pc:sldMk cId="0" sldId="262"/>
            <ac:spMk id="11" creationId="{00000000-0000-0000-0000-000000000000}"/>
          </ac:spMkLst>
        </pc:spChg>
        <pc:spChg chg="mod">
          <ac:chgData name="Tristan Despont" userId="d1a7c66da9d715b7" providerId="LiveId" clId="{8D77CC59-83D2-4C48-82B8-96050E88F101}" dt="2026-04-01T11:22:07.122" v="284" actId="790"/>
          <ac:spMkLst>
            <pc:docMk/>
            <pc:sldMk cId="0" sldId="262"/>
            <ac:spMk id="13" creationId="{00000000-0000-0000-0000-000000000000}"/>
          </ac:spMkLst>
        </pc:spChg>
        <pc:spChg chg="mod">
          <ac:chgData name="Tristan Despont" userId="d1a7c66da9d715b7" providerId="LiveId" clId="{8D77CC59-83D2-4C48-82B8-96050E88F101}" dt="2026-04-01T11:29:44.251" v="537" actId="20577"/>
          <ac:spMkLst>
            <pc:docMk/>
            <pc:sldMk cId="0" sldId="262"/>
            <ac:spMk id="14" creationId="{00000000-0000-0000-0000-000000000000}"/>
          </ac:spMkLst>
        </pc:spChg>
        <pc:picChg chg="add del mod">
          <ac:chgData name="Tristan Despont" userId="d1a7c66da9d715b7" providerId="LiveId" clId="{8D77CC59-83D2-4C48-82B8-96050E88F101}" dt="2026-03-25T16:56:28.553" v="115" actId="14100"/>
          <ac:picMkLst>
            <pc:docMk/>
            <pc:sldMk cId="0" sldId="262"/>
            <ac:picMk id="16" creationId="{93870C54-BA48-DC9F-940A-8657ABA2D0F7}"/>
          </ac:picMkLst>
        </pc:picChg>
        <pc:picChg chg="add mod">
          <ac:chgData name="Tristan Despont" userId="d1a7c66da9d715b7" providerId="LiveId" clId="{8D77CC59-83D2-4C48-82B8-96050E88F101}" dt="2026-03-25T16:56:32.958" v="116" actId="14100"/>
          <ac:picMkLst>
            <pc:docMk/>
            <pc:sldMk cId="0" sldId="262"/>
            <ac:picMk id="18" creationId="{4394C0B9-EBE4-D29B-BA21-ABF92127EA15}"/>
          </ac:picMkLst>
        </pc:picChg>
      </pc:sldChg>
      <pc:sldChg chg="modSp mod ord modNotesTx">
        <pc:chgData name="Tristan Despont" userId="d1a7c66da9d715b7" providerId="LiveId" clId="{8D77CC59-83D2-4C48-82B8-96050E88F101}" dt="2026-04-01T11:22:07.122" v="284" actId="790"/>
        <pc:sldMkLst>
          <pc:docMk/>
          <pc:sldMk cId="0" sldId="264"/>
        </pc:sldMkLst>
        <pc:spChg chg="mod">
          <ac:chgData name="Tristan Despont" userId="d1a7c66da9d715b7" providerId="LiveId" clId="{8D77CC59-83D2-4C48-82B8-96050E88F101}" dt="2026-04-01T11:22:07.122" v="284" actId="790"/>
          <ac:spMkLst>
            <pc:docMk/>
            <pc:sldMk cId="0" sldId="264"/>
            <ac:spMk id="2" creationId="{00000000-0000-0000-0000-000000000000}"/>
          </ac:spMkLst>
        </pc:spChg>
        <pc:spChg chg="mod">
          <ac:chgData name="Tristan Despont" userId="d1a7c66da9d715b7" providerId="LiveId" clId="{8D77CC59-83D2-4C48-82B8-96050E88F101}" dt="2026-03-25T18:20:45.572" v="215" actId="790"/>
          <ac:spMkLst>
            <pc:docMk/>
            <pc:sldMk cId="0" sldId="264"/>
            <ac:spMk id="3" creationId="{00000000-0000-0000-0000-000000000000}"/>
          </ac:spMkLst>
        </pc:spChg>
        <pc:spChg chg="mod">
          <ac:chgData name="Tristan Despont" userId="d1a7c66da9d715b7" providerId="LiveId" clId="{8D77CC59-83D2-4C48-82B8-96050E88F101}" dt="2026-04-01T11:22:07.122" v="284" actId="790"/>
          <ac:spMkLst>
            <pc:docMk/>
            <pc:sldMk cId="0" sldId="264"/>
            <ac:spMk id="4" creationId="{00000000-0000-0000-0000-000000000000}"/>
          </ac:spMkLst>
        </pc:spChg>
        <pc:spChg chg="mod">
          <ac:chgData name="Tristan Despont" userId="d1a7c66da9d715b7" providerId="LiveId" clId="{8D77CC59-83D2-4C48-82B8-96050E88F101}" dt="2026-03-25T18:20:45.572" v="215" actId="790"/>
          <ac:spMkLst>
            <pc:docMk/>
            <pc:sldMk cId="0" sldId="264"/>
            <ac:spMk id="5" creationId="{00000000-0000-0000-0000-000000000000}"/>
          </ac:spMkLst>
        </pc:spChg>
        <pc:spChg chg="mod">
          <ac:chgData name="Tristan Despont" userId="d1a7c66da9d715b7" providerId="LiveId" clId="{8D77CC59-83D2-4C48-82B8-96050E88F101}" dt="2026-04-01T11:22:07.122" v="284" actId="790"/>
          <ac:spMkLst>
            <pc:docMk/>
            <pc:sldMk cId="0" sldId="264"/>
            <ac:spMk id="6" creationId="{00000000-0000-0000-0000-000000000000}"/>
          </ac:spMkLst>
        </pc:spChg>
        <pc:spChg chg="mod">
          <ac:chgData name="Tristan Despont" userId="d1a7c66da9d715b7" providerId="LiveId" clId="{8D77CC59-83D2-4C48-82B8-96050E88F101}" dt="2026-03-25T18:20:45.572" v="215" actId="790"/>
          <ac:spMkLst>
            <pc:docMk/>
            <pc:sldMk cId="0" sldId="264"/>
            <ac:spMk id="7" creationId="{00000000-0000-0000-0000-000000000000}"/>
          </ac:spMkLst>
        </pc:spChg>
        <pc:spChg chg="mod">
          <ac:chgData name="Tristan Despont" userId="d1a7c66da9d715b7" providerId="LiveId" clId="{8D77CC59-83D2-4C48-82B8-96050E88F101}" dt="2026-03-25T18:20:45.572" v="215" actId="790"/>
          <ac:spMkLst>
            <pc:docMk/>
            <pc:sldMk cId="0" sldId="264"/>
            <ac:spMk id="8" creationId="{00000000-0000-0000-0000-000000000000}"/>
          </ac:spMkLst>
        </pc:spChg>
        <pc:spChg chg="mod">
          <ac:chgData name="Tristan Despont" userId="d1a7c66da9d715b7" providerId="LiveId" clId="{8D77CC59-83D2-4C48-82B8-96050E88F101}" dt="2026-04-01T11:22:07.122" v="284" actId="790"/>
          <ac:spMkLst>
            <pc:docMk/>
            <pc:sldMk cId="0" sldId="264"/>
            <ac:spMk id="11" creationId="{00000000-0000-0000-0000-000000000000}"/>
          </ac:spMkLst>
        </pc:spChg>
        <pc:spChg chg="mod">
          <ac:chgData name="Tristan Despont" userId="d1a7c66da9d715b7" providerId="LiveId" clId="{8D77CC59-83D2-4C48-82B8-96050E88F101}" dt="2026-04-01T11:22:07.122" v="284" actId="790"/>
          <ac:spMkLst>
            <pc:docMk/>
            <pc:sldMk cId="0" sldId="264"/>
            <ac:spMk id="12" creationId="{00000000-0000-0000-0000-000000000000}"/>
          </ac:spMkLst>
        </pc:spChg>
        <pc:spChg chg="mod">
          <ac:chgData name="Tristan Despont" userId="d1a7c66da9d715b7" providerId="LiveId" clId="{8D77CC59-83D2-4C48-82B8-96050E88F101}" dt="2026-03-25T18:20:45.572" v="215" actId="790"/>
          <ac:spMkLst>
            <pc:docMk/>
            <pc:sldMk cId="0" sldId="264"/>
            <ac:spMk id="13" creationId="{00000000-0000-0000-0000-000000000000}"/>
          </ac:spMkLst>
        </pc:spChg>
        <pc:spChg chg="mod">
          <ac:chgData name="Tristan Despont" userId="d1a7c66da9d715b7" providerId="LiveId" clId="{8D77CC59-83D2-4C48-82B8-96050E88F101}" dt="2026-04-01T11:22:07.122" v="284" actId="790"/>
          <ac:spMkLst>
            <pc:docMk/>
            <pc:sldMk cId="0" sldId="264"/>
            <ac:spMk id="15" creationId="{00000000-0000-0000-0000-000000000000}"/>
          </ac:spMkLst>
        </pc:spChg>
        <pc:spChg chg="mod">
          <ac:chgData name="Tristan Despont" userId="d1a7c66da9d715b7" providerId="LiveId" clId="{8D77CC59-83D2-4C48-82B8-96050E88F101}" dt="2026-04-01T11:22:07.122" v="284" actId="790"/>
          <ac:spMkLst>
            <pc:docMk/>
            <pc:sldMk cId="0" sldId="264"/>
            <ac:spMk id="16" creationId="{00000000-0000-0000-0000-000000000000}"/>
          </ac:spMkLst>
        </pc:spChg>
        <pc:spChg chg="mod">
          <ac:chgData name="Tristan Despont" userId="d1a7c66da9d715b7" providerId="LiveId" clId="{8D77CC59-83D2-4C48-82B8-96050E88F101}" dt="2026-04-01T11:22:07.122" v="284" actId="790"/>
          <ac:spMkLst>
            <pc:docMk/>
            <pc:sldMk cId="0" sldId="264"/>
            <ac:spMk id="19" creationId="{00000000-0000-0000-0000-000000000000}"/>
          </ac:spMkLst>
        </pc:spChg>
        <pc:spChg chg="mod">
          <ac:chgData name="Tristan Despont" userId="d1a7c66da9d715b7" providerId="LiveId" clId="{8D77CC59-83D2-4C48-82B8-96050E88F101}" dt="2026-04-01T11:22:07.122" v="284" actId="790"/>
          <ac:spMkLst>
            <pc:docMk/>
            <pc:sldMk cId="0" sldId="264"/>
            <ac:spMk id="20" creationId="{00000000-0000-0000-0000-000000000000}"/>
          </ac:spMkLst>
        </pc:spChg>
        <pc:spChg chg="mod">
          <ac:chgData name="Tristan Despont" userId="d1a7c66da9d715b7" providerId="LiveId" clId="{8D77CC59-83D2-4C48-82B8-96050E88F101}" dt="2026-03-25T18:20:45.572" v="215" actId="790"/>
          <ac:spMkLst>
            <pc:docMk/>
            <pc:sldMk cId="0" sldId="264"/>
            <ac:spMk id="23" creationId="{00000000-0000-0000-0000-000000000000}"/>
          </ac:spMkLst>
        </pc:spChg>
        <pc:spChg chg="mod">
          <ac:chgData name="Tristan Despont" userId="d1a7c66da9d715b7" providerId="LiveId" clId="{8D77CC59-83D2-4C48-82B8-96050E88F101}" dt="2026-04-01T11:22:07.122" v="284" actId="790"/>
          <ac:spMkLst>
            <pc:docMk/>
            <pc:sldMk cId="0" sldId="264"/>
            <ac:spMk id="24" creationId="{00000000-0000-0000-0000-000000000000}"/>
          </ac:spMkLst>
        </pc:spChg>
        <pc:spChg chg="mod">
          <ac:chgData name="Tristan Despont" userId="d1a7c66da9d715b7" providerId="LiveId" clId="{8D77CC59-83D2-4C48-82B8-96050E88F101}" dt="2026-03-25T18:20:45.572" v="215" actId="790"/>
          <ac:spMkLst>
            <pc:docMk/>
            <pc:sldMk cId="0" sldId="264"/>
            <ac:spMk id="25" creationId="{00000000-0000-0000-0000-000000000000}"/>
          </ac:spMkLst>
        </pc:spChg>
      </pc:sldChg>
      <pc:sldChg chg="addSp delSp modSp add mod ord setBg">
        <pc:chgData name="Tristan Despont" userId="d1a7c66da9d715b7" providerId="LiveId" clId="{8D77CC59-83D2-4C48-82B8-96050E88F101}" dt="2026-04-01T11:22:07.122" v="284" actId="790"/>
        <pc:sldMkLst>
          <pc:docMk/>
          <pc:sldMk cId="0" sldId="265"/>
        </pc:sldMkLst>
        <pc:spChg chg="mod">
          <ac:chgData name="Tristan Despont" userId="d1a7c66da9d715b7" providerId="LiveId" clId="{8D77CC59-83D2-4C48-82B8-96050E88F101}" dt="2026-03-25T18:20:45.572" v="215" actId="790"/>
          <ac:spMkLst>
            <pc:docMk/>
            <pc:sldMk cId="0" sldId="265"/>
            <ac:spMk id="2" creationId="{00000000-0000-0000-0000-000000000000}"/>
          </ac:spMkLst>
        </pc:spChg>
        <pc:spChg chg="mod">
          <ac:chgData name="Tristan Despont" userId="d1a7c66da9d715b7" providerId="LiveId" clId="{8D77CC59-83D2-4C48-82B8-96050E88F101}" dt="2026-04-01T11:22:07.122" v="284" actId="790"/>
          <ac:spMkLst>
            <pc:docMk/>
            <pc:sldMk cId="0" sldId="265"/>
            <ac:spMk id="3" creationId="{00000000-0000-0000-0000-000000000000}"/>
          </ac:spMkLst>
        </pc:spChg>
        <pc:spChg chg="mod">
          <ac:chgData name="Tristan Despont" userId="d1a7c66da9d715b7" providerId="LiveId" clId="{8D77CC59-83D2-4C48-82B8-96050E88F101}" dt="2026-04-01T11:22:07.122" v="284" actId="790"/>
          <ac:spMkLst>
            <pc:docMk/>
            <pc:sldMk cId="0" sldId="265"/>
            <ac:spMk id="4" creationId="{00000000-0000-0000-0000-000000000000}"/>
          </ac:spMkLst>
        </pc:spChg>
        <pc:spChg chg="mod">
          <ac:chgData name="Tristan Despont" userId="d1a7c66da9d715b7" providerId="LiveId" clId="{8D77CC59-83D2-4C48-82B8-96050E88F101}" dt="2026-04-01T11:22:07.122" v="284" actId="790"/>
          <ac:spMkLst>
            <pc:docMk/>
            <pc:sldMk cId="0" sldId="265"/>
            <ac:spMk id="6" creationId="{00000000-0000-0000-0000-000000000000}"/>
          </ac:spMkLst>
        </pc:spChg>
        <pc:spChg chg="mod">
          <ac:chgData name="Tristan Despont" userId="d1a7c66da9d715b7" providerId="LiveId" clId="{8D77CC59-83D2-4C48-82B8-96050E88F101}" dt="2026-03-25T15:06:24.665" v="17" actId="20577"/>
          <ac:spMkLst>
            <pc:docMk/>
            <pc:sldMk cId="0" sldId="265"/>
            <ac:spMk id="7" creationId="{00000000-0000-0000-0000-000000000000}"/>
          </ac:spMkLst>
        </pc:spChg>
        <pc:spChg chg="mod">
          <ac:chgData name="Tristan Despont" userId="d1a7c66da9d715b7" providerId="LiveId" clId="{8D77CC59-83D2-4C48-82B8-96050E88F101}" dt="2026-04-01T11:22:07.122" v="284" actId="790"/>
          <ac:spMkLst>
            <pc:docMk/>
            <pc:sldMk cId="0" sldId="265"/>
            <ac:spMk id="11" creationId="{00000000-0000-0000-0000-000000000000}"/>
          </ac:spMkLst>
        </pc:spChg>
        <pc:spChg chg="mod">
          <ac:chgData name="Tristan Despont" userId="d1a7c66da9d715b7" providerId="LiveId" clId="{8D77CC59-83D2-4C48-82B8-96050E88F101}" dt="2026-03-25T18:20:45.572" v="215" actId="790"/>
          <ac:spMkLst>
            <pc:docMk/>
            <pc:sldMk cId="0" sldId="265"/>
            <ac:spMk id="12" creationId="{00000000-0000-0000-0000-000000000000}"/>
          </ac:spMkLst>
        </pc:spChg>
        <pc:spChg chg="mod">
          <ac:chgData name="Tristan Despont" userId="d1a7c66da9d715b7" providerId="LiveId" clId="{8D77CC59-83D2-4C48-82B8-96050E88F101}" dt="2026-04-01T11:22:07.122" v="284" actId="790"/>
          <ac:spMkLst>
            <pc:docMk/>
            <pc:sldMk cId="0" sldId="265"/>
            <ac:spMk id="16" creationId="{00000000-0000-0000-0000-000000000000}"/>
          </ac:spMkLst>
        </pc:spChg>
        <pc:spChg chg="mod">
          <ac:chgData name="Tristan Despont" userId="d1a7c66da9d715b7" providerId="LiveId" clId="{8D77CC59-83D2-4C48-82B8-96050E88F101}" dt="2026-04-01T11:22:07.122" v="284" actId="790"/>
          <ac:spMkLst>
            <pc:docMk/>
            <pc:sldMk cId="0" sldId="265"/>
            <ac:spMk id="18" creationId="{00000000-0000-0000-0000-000000000000}"/>
          </ac:spMkLst>
        </pc:spChg>
        <pc:spChg chg="mod">
          <ac:chgData name="Tristan Despont" userId="d1a7c66da9d715b7" providerId="LiveId" clId="{8D77CC59-83D2-4C48-82B8-96050E88F101}" dt="2026-04-01T11:22:07.122" v="284" actId="790"/>
          <ac:spMkLst>
            <pc:docMk/>
            <pc:sldMk cId="0" sldId="265"/>
            <ac:spMk id="21" creationId="{00000000-0000-0000-0000-000000000000}"/>
          </ac:spMkLst>
        </pc:spChg>
        <pc:spChg chg="mod">
          <ac:chgData name="Tristan Despont" userId="d1a7c66da9d715b7" providerId="LiveId" clId="{8D77CC59-83D2-4C48-82B8-96050E88F101}" dt="2026-04-01T11:22:07.122" v="284" actId="790"/>
          <ac:spMkLst>
            <pc:docMk/>
            <pc:sldMk cId="0" sldId="265"/>
            <ac:spMk id="23" creationId="{00000000-0000-0000-0000-000000000000}"/>
          </ac:spMkLst>
        </pc:spChg>
        <pc:spChg chg="mod">
          <ac:chgData name="Tristan Despont" userId="d1a7c66da9d715b7" providerId="LiveId" clId="{8D77CC59-83D2-4C48-82B8-96050E88F101}" dt="2026-03-25T18:20:45.572" v="215" actId="790"/>
          <ac:spMkLst>
            <pc:docMk/>
            <pc:sldMk cId="0" sldId="265"/>
            <ac:spMk id="26" creationId="{00000000-0000-0000-0000-000000000000}"/>
          </ac:spMkLst>
        </pc:spChg>
        <pc:spChg chg="mod">
          <ac:chgData name="Tristan Despont" userId="d1a7c66da9d715b7" providerId="LiveId" clId="{8D77CC59-83D2-4C48-82B8-96050E88F101}" dt="2026-04-01T11:22:07.122" v="284" actId="790"/>
          <ac:spMkLst>
            <pc:docMk/>
            <pc:sldMk cId="0" sldId="265"/>
            <ac:spMk id="27" creationId="{00000000-0000-0000-0000-000000000000}"/>
          </ac:spMkLst>
        </pc:spChg>
        <pc:spChg chg="mod">
          <ac:chgData name="Tristan Despont" userId="d1a7c66da9d715b7" providerId="LiveId" clId="{8D77CC59-83D2-4C48-82B8-96050E88F101}" dt="2026-03-25T18:20:45.572" v="215" actId="790"/>
          <ac:spMkLst>
            <pc:docMk/>
            <pc:sldMk cId="0" sldId="265"/>
            <ac:spMk id="30" creationId="{00000000-0000-0000-0000-000000000000}"/>
          </ac:spMkLst>
        </pc:spChg>
        <pc:spChg chg="mod">
          <ac:chgData name="Tristan Despont" userId="d1a7c66da9d715b7" providerId="LiveId" clId="{8D77CC59-83D2-4C48-82B8-96050E88F101}" dt="2026-04-01T11:22:07.122" v="284" actId="790"/>
          <ac:spMkLst>
            <pc:docMk/>
            <pc:sldMk cId="0" sldId="265"/>
            <ac:spMk id="31" creationId="{00000000-0000-0000-0000-000000000000}"/>
          </ac:spMkLst>
        </pc:spChg>
        <pc:spChg chg="mod">
          <ac:chgData name="Tristan Despont" userId="d1a7c66da9d715b7" providerId="LiveId" clId="{8D77CC59-83D2-4C48-82B8-96050E88F101}" dt="2026-03-25T18:20:45.572" v="215" actId="790"/>
          <ac:spMkLst>
            <pc:docMk/>
            <pc:sldMk cId="0" sldId="265"/>
            <ac:spMk id="32" creationId="{00000000-0000-0000-0000-000000000000}"/>
          </ac:spMkLst>
        </pc:spChg>
        <pc:picChg chg="add mod">
          <ac:chgData name="Tristan Despont" userId="d1a7c66da9d715b7" providerId="LiveId" clId="{8D77CC59-83D2-4C48-82B8-96050E88F101}" dt="2026-03-25T16:56:55.255" v="118" actId="108"/>
          <ac:picMkLst>
            <pc:docMk/>
            <pc:sldMk cId="0" sldId="265"/>
            <ac:picMk id="36" creationId="{732F3463-5804-E9FD-6212-9E1170EE42DA}"/>
          </ac:picMkLst>
        </pc:picChg>
      </pc:sldChg>
      <pc:sldChg chg="addSp delSp modSp add mod setBg">
        <pc:chgData name="Tristan Despont" userId="d1a7c66da9d715b7" providerId="LiveId" clId="{8D77CC59-83D2-4C48-82B8-96050E88F101}" dt="2026-04-01T11:22:07.122" v="284" actId="790"/>
        <pc:sldMkLst>
          <pc:docMk/>
          <pc:sldMk cId="0" sldId="266"/>
        </pc:sldMkLst>
        <pc:spChg chg="mod">
          <ac:chgData name="Tristan Despont" userId="d1a7c66da9d715b7" providerId="LiveId" clId="{8D77CC59-83D2-4C48-82B8-96050E88F101}" dt="2026-04-01T11:22:07.122" v="284" actId="790"/>
          <ac:spMkLst>
            <pc:docMk/>
            <pc:sldMk cId="0" sldId="266"/>
            <ac:spMk id="2" creationId="{00000000-0000-0000-0000-000000000000}"/>
          </ac:spMkLst>
        </pc:spChg>
        <pc:spChg chg="mod">
          <ac:chgData name="Tristan Despont" userId="d1a7c66da9d715b7" providerId="LiveId" clId="{8D77CC59-83D2-4C48-82B8-96050E88F101}" dt="2026-03-25T18:20:45.572" v="215" actId="790"/>
          <ac:spMkLst>
            <pc:docMk/>
            <pc:sldMk cId="0" sldId="266"/>
            <ac:spMk id="3" creationId="{00000000-0000-0000-0000-000000000000}"/>
          </ac:spMkLst>
        </pc:spChg>
        <pc:spChg chg="mod">
          <ac:chgData name="Tristan Despont" userId="d1a7c66da9d715b7" providerId="LiveId" clId="{8D77CC59-83D2-4C48-82B8-96050E88F101}" dt="2026-04-01T11:22:07.122" v="284" actId="790"/>
          <ac:spMkLst>
            <pc:docMk/>
            <pc:sldMk cId="0" sldId="266"/>
            <ac:spMk id="4" creationId="{00000000-0000-0000-0000-000000000000}"/>
          </ac:spMkLst>
        </pc:spChg>
        <pc:spChg chg="mod">
          <ac:chgData name="Tristan Despont" userId="d1a7c66da9d715b7" providerId="LiveId" clId="{8D77CC59-83D2-4C48-82B8-96050E88F101}" dt="2026-04-01T11:22:07.122" v="284" actId="790"/>
          <ac:spMkLst>
            <pc:docMk/>
            <pc:sldMk cId="0" sldId="266"/>
            <ac:spMk id="5" creationId="{00000000-0000-0000-0000-000000000000}"/>
          </ac:spMkLst>
        </pc:spChg>
        <pc:spChg chg="mod">
          <ac:chgData name="Tristan Despont" userId="d1a7c66da9d715b7" providerId="LiveId" clId="{8D77CC59-83D2-4C48-82B8-96050E88F101}" dt="2026-03-25T18:20:45.572" v="215" actId="790"/>
          <ac:spMkLst>
            <pc:docMk/>
            <pc:sldMk cId="0" sldId="266"/>
            <ac:spMk id="6" creationId="{00000000-0000-0000-0000-000000000000}"/>
          </ac:spMkLst>
        </pc:spChg>
        <pc:spChg chg="mod">
          <ac:chgData name="Tristan Despont" userId="d1a7c66da9d715b7" providerId="LiveId" clId="{8D77CC59-83D2-4C48-82B8-96050E88F101}" dt="2026-04-01T11:22:07.122" v="284" actId="790"/>
          <ac:spMkLst>
            <pc:docMk/>
            <pc:sldMk cId="0" sldId="266"/>
            <ac:spMk id="7" creationId="{00000000-0000-0000-0000-000000000000}"/>
          </ac:spMkLst>
        </pc:spChg>
        <pc:spChg chg="mod">
          <ac:chgData name="Tristan Despont" userId="d1a7c66da9d715b7" providerId="LiveId" clId="{8D77CC59-83D2-4C48-82B8-96050E88F101}" dt="2026-03-25T18:20:45.572" v="215" actId="790"/>
          <ac:spMkLst>
            <pc:docMk/>
            <pc:sldMk cId="0" sldId="266"/>
            <ac:spMk id="8" creationId="{00000000-0000-0000-0000-000000000000}"/>
          </ac:spMkLst>
        </pc:spChg>
        <pc:spChg chg="mod">
          <ac:chgData name="Tristan Despont" userId="d1a7c66da9d715b7" providerId="LiveId" clId="{8D77CC59-83D2-4C48-82B8-96050E88F101}" dt="2026-04-01T11:22:07.122" v="284" actId="790"/>
          <ac:spMkLst>
            <pc:docMk/>
            <pc:sldMk cId="0" sldId="266"/>
            <ac:spMk id="12" creationId="{00000000-0000-0000-0000-000000000000}"/>
          </ac:spMkLst>
        </pc:spChg>
        <pc:spChg chg="mod">
          <ac:chgData name="Tristan Despont" userId="d1a7c66da9d715b7" providerId="LiveId" clId="{8D77CC59-83D2-4C48-82B8-96050E88F101}" dt="2026-03-25T18:09:12.518" v="191" actId="790"/>
          <ac:spMkLst>
            <pc:docMk/>
            <pc:sldMk cId="0" sldId="266"/>
            <ac:spMk id="13" creationId="{00000000-0000-0000-0000-000000000000}"/>
          </ac:spMkLst>
        </pc:spChg>
        <pc:spChg chg="mod">
          <ac:chgData name="Tristan Despont" userId="d1a7c66da9d715b7" providerId="LiveId" clId="{8D77CC59-83D2-4C48-82B8-96050E88F101}" dt="2026-04-01T11:22:07.122" v="284" actId="790"/>
          <ac:spMkLst>
            <pc:docMk/>
            <pc:sldMk cId="0" sldId="266"/>
            <ac:spMk id="14" creationId="{00000000-0000-0000-0000-000000000000}"/>
          </ac:spMkLst>
        </pc:spChg>
        <pc:spChg chg="mod">
          <ac:chgData name="Tristan Despont" userId="d1a7c66da9d715b7" providerId="LiveId" clId="{8D77CC59-83D2-4C48-82B8-96050E88F101}" dt="2026-04-01T11:22:07.122" v="284" actId="790"/>
          <ac:spMkLst>
            <pc:docMk/>
            <pc:sldMk cId="0" sldId="266"/>
            <ac:spMk id="15" creationId="{00000000-0000-0000-0000-000000000000}"/>
          </ac:spMkLst>
        </pc:spChg>
        <pc:spChg chg="mod">
          <ac:chgData name="Tristan Despont" userId="d1a7c66da9d715b7" providerId="LiveId" clId="{8D77CC59-83D2-4C48-82B8-96050E88F101}" dt="2026-03-25T18:09:12.518" v="191" actId="790"/>
          <ac:spMkLst>
            <pc:docMk/>
            <pc:sldMk cId="0" sldId="266"/>
            <ac:spMk id="16" creationId="{00000000-0000-0000-0000-000000000000}"/>
          </ac:spMkLst>
        </pc:spChg>
        <pc:spChg chg="mod">
          <ac:chgData name="Tristan Despont" userId="d1a7c66da9d715b7" providerId="LiveId" clId="{8D77CC59-83D2-4C48-82B8-96050E88F101}" dt="2026-04-01T11:22:07.122" v="284" actId="790"/>
          <ac:spMkLst>
            <pc:docMk/>
            <pc:sldMk cId="0" sldId="266"/>
            <ac:spMk id="17" creationId="{00000000-0000-0000-0000-000000000000}"/>
          </ac:spMkLst>
        </pc:spChg>
        <pc:spChg chg="mod">
          <ac:chgData name="Tristan Despont" userId="d1a7c66da9d715b7" providerId="LiveId" clId="{8D77CC59-83D2-4C48-82B8-96050E88F101}" dt="2026-04-01T11:22:07.122" v="284" actId="790"/>
          <ac:spMkLst>
            <pc:docMk/>
            <pc:sldMk cId="0" sldId="266"/>
            <ac:spMk id="18" creationId="{00000000-0000-0000-0000-000000000000}"/>
          </ac:spMkLst>
        </pc:spChg>
        <pc:spChg chg="mod">
          <ac:chgData name="Tristan Despont" userId="d1a7c66da9d715b7" providerId="LiveId" clId="{8D77CC59-83D2-4C48-82B8-96050E88F101}" dt="2026-04-01T11:22:07.122" v="284" actId="790"/>
          <ac:spMkLst>
            <pc:docMk/>
            <pc:sldMk cId="0" sldId="266"/>
            <ac:spMk id="20" creationId="{00000000-0000-0000-0000-000000000000}"/>
          </ac:spMkLst>
        </pc:spChg>
        <pc:spChg chg="mod">
          <ac:chgData name="Tristan Despont" userId="d1a7c66da9d715b7" providerId="LiveId" clId="{8D77CC59-83D2-4C48-82B8-96050E88F101}" dt="2026-03-25T18:09:12.518" v="191" actId="790"/>
          <ac:spMkLst>
            <pc:docMk/>
            <pc:sldMk cId="0" sldId="266"/>
            <ac:spMk id="21" creationId="{00000000-0000-0000-0000-000000000000}"/>
          </ac:spMkLst>
        </pc:spChg>
        <pc:picChg chg="add mod">
          <ac:chgData name="Tristan Despont" userId="d1a7c66da9d715b7" providerId="LiveId" clId="{8D77CC59-83D2-4C48-82B8-96050E88F101}" dt="2026-03-25T17:01:36.045" v="121" actId="14826"/>
          <ac:picMkLst>
            <pc:docMk/>
            <pc:sldMk cId="0" sldId="266"/>
            <ac:picMk id="29" creationId="{A4D84567-A7FA-45F3-E9A3-72EE504AD03A}"/>
          </ac:picMkLst>
        </pc:picChg>
      </pc:sldChg>
      <pc:sldChg chg="addSp delSp modSp add mod setBg">
        <pc:chgData name="Tristan Despont" userId="d1a7c66da9d715b7" providerId="LiveId" clId="{8D77CC59-83D2-4C48-82B8-96050E88F101}" dt="2026-04-01T11:22:07.122" v="284" actId="790"/>
        <pc:sldMkLst>
          <pc:docMk/>
          <pc:sldMk cId="0" sldId="267"/>
        </pc:sldMkLst>
        <pc:spChg chg="mod">
          <ac:chgData name="Tristan Despont" userId="d1a7c66da9d715b7" providerId="LiveId" clId="{8D77CC59-83D2-4C48-82B8-96050E88F101}" dt="2026-03-25T18:20:45.572" v="215" actId="790"/>
          <ac:spMkLst>
            <pc:docMk/>
            <pc:sldMk cId="0" sldId="267"/>
            <ac:spMk id="2" creationId="{00000000-0000-0000-0000-000000000000}"/>
          </ac:spMkLst>
        </pc:spChg>
        <pc:spChg chg="mod">
          <ac:chgData name="Tristan Despont" userId="d1a7c66da9d715b7" providerId="LiveId" clId="{8D77CC59-83D2-4C48-82B8-96050E88F101}" dt="2026-04-01T11:22:07.122" v="284" actId="790"/>
          <ac:spMkLst>
            <pc:docMk/>
            <pc:sldMk cId="0" sldId="267"/>
            <ac:spMk id="3" creationId="{00000000-0000-0000-0000-000000000000}"/>
          </ac:spMkLst>
        </pc:spChg>
        <pc:spChg chg="mod">
          <ac:chgData name="Tristan Despont" userId="d1a7c66da9d715b7" providerId="LiveId" clId="{8D77CC59-83D2-4C48-82B8-96050E88F101}" dt="2026-03-25T18:20:45.572" v="215" actId="790"/>
          <ac:spMkLst>
            <pc:docMk/>
            <pc:sldMk cId="0" sldId="267"/>
            <ac:spMk id="4" creationId="{00000000-0000-0000-0000-000000000000}"/>
          </ac:spMkLst>
        </pc:spChg>
        <pc:spChg chg="mod">
          <ac:chgData name="Tristan Despont" userId="d1a7c66da9d715b7" providerId="LiveId" clId="{8D77CC59-83D2-4C48-82B8-96050E88F101}" dt="2026-04-01T11:22:07.122" v="284" actId="790"/>
          <ac:spMkLst>
            <pc:docMk/>
            <pc:sldMk cId="0" sldId="267"/>
            <ac:spMk id="5" creationId="{00000000-0000-0000-0000-000000000000}"/>
          </ac:spMkLst>
        </pc:spChg>
        <pc:spChg chg="mod">
          <ac:chgData name="Tristan Despont" userId="d1a7c66da9d715b7" providerId="LiveId" clId="{8D77CC59-83D2-4C48-82B8-96050E88F101}" dt="2026-04-01T11:22:07.122" v="284" actId="790"/>
          <ac:spMkLst>
            <pc:docMk/>
            <pc:sldMk cId="0" sldId="267"/>
            <ac:spMk id="6" creationId="{00000000-0000-0000-0000-000000000000}"/>
          </ac:spMkLst>
        </pc:spChg>
        <pc:spChg chg="mod">
          <ac:chgData name="Tristan Despont" userId="d1a7c66da9d715b7" providerId="LiveId" clId="{8D77CC59-83D2-4C48-82B8-96050E88F101}" dt="2026-03-25T16:29:40.084" v="85" actId="20577"/>
          <ac:spMkLst>
            <pc:docMk/>
            <pc:sldMk cId="0" sldId="267"/>
            <ac:spMk id="7" creationId="{00000000-0000-0000-0000-000000000000}"/>
          </ac:spMkLst>
        </pc:spChg>
        <pc:spChg chg="mod">
          <ac:chgData name="Tristan Despont" userId="d1a7c66da9d715b7" providerId="LiveId" clId="{8D77CC59-83D2-4C48-82B8-96050E88F101}" dt="2026-04-01T11:22:07.122" v="284" actId="790"/>
          <ac:spMkLst>
            <pc:docMk/>
            <pc:sldMk cId="0" sldId="267"/>
            <ac:spMk id="11" creationId="{00000000-0000-0000-0000-000000000000}"/>
          </ac:spMkLst>
        </pc:spChg>
        <pc:spChg chg="mod">
          <ac:chgData name="Tristan Despont" userId="d1a7c66da9d715b7" providerId="LiveId" clId="{8D77CC59-83D2-4C48-82B8-96050E88F101}" dt="2026-04-01T11:22:07.122" v="284" actId="790"/>
          <ac:spMkLst>
            <pc:docMk/>
            <pc:sldMk cId="0" sldId="267"/>
            <ac:spMk id="12" creationId="{00000000-0000-0000-0000-000000000000}"/>
          </ac:spMkLst>
        </pc:spChg>
        <pc:spChg chg="mod">
          <ac:chgData name="Tristan Despont" userId="d1a7c66da9d715b7" providerId="LiveId" clId="{8D77CC59-83D2-4C48-82B8-96050E88F101}" dt="2026-03-25T18:20:45.572" v="215" actId="790"/>
          <ac:spMkLst>
            <pc:docMk/>
            <pc:sldMk cId="0" sldId="267"/>
            <ac:spMk id="13" creationId="{00000000-0000-0000-0000-000000000000}"/>
          </ac:spMkLst>
        </pc:spChg>
        <pc:spChg chg="mod">
          <ac:chgData name="Tristan Despont" userId="d1a7c66da9d715b7" providerId="LiveId" clId="{8D77CC59-83D2-4C48-82B8-96050E88F101}" dt="2026-03-25T18:20:45.572" v="215" actId="790"/>
          <ac:spMkLst>
            <pc:docMk/>
            <pc:sldMk cId="0" sldId="267"/>
            <ac:spMk id="14" creationId="{00000000-0000-0000-0000-000000000000}"/>
          </ac:spMkLst>
        </pc:spChg>
        <pc:spChg chg="mod">
          <ac:chgData name="Tristan Despont" userId="d1a7c66da9d715b7" providerId="LiveId" clId="{8D77CC59-83D2-4C48-82B8-96050E88F101}" dt="2026-04-01T11:22:07.122" v="284" actId="790"/>
          <ac:spMkLst>
            <pc:docMk/>
            <pc:sldMk cId="0" sldId="267"/>
            <ac:spMk id="15" creationId="{00000000-0000-0000-0000-000000000000}"/>
          </ac:spMkLst>
        </pc:spChg>
        <pc:spChg chg="mod">
          <ac:chgData name="Tristan Despont" userId="d1a7c66da9d715b7" providerId="LiveId" clId="{8D77CC59-83D2-4C48-82B8-96050E88F101}" dt="2026-04-01T11:22:07.122" v="284" actId="790"/>
          <ac:spMkLst>
            <pc:docMk/>
            <pc:sldMk cId="0" sldId="267"/>
            <ac:spMk id="17" creationId="{00000000-0000-0000-0000-000000000000}"/>
          </ac:spMkLst>
        </pc:spChg>
        <pc:spChg chg="mod">
          <ac:chgData name="Tristan Despont" userId="d1a7c66da9d715b7" providerId="LiveId" clId="{8D77CC59-83D2-4C48-82B8-96050E88F101}" dt="2026-04-01T11:22:07.122" v="284" actId="790"/>
          <ac:spMkLst>
            <pc:docMk/>
            <pc:sldMk cId="0" sldId="267"/>
            <ac:spMk id="18" creationId="{00000000-0000-0000-0000-000000000000}"/>
          </ac:spMkLst>
        </pc:spChg>
        <pc:spChg chg="mod">
          <ac:chgData name="Tristan Despont" userId="d1a7c66da9d715b7" providerId="LiveId" clId="{8D77CC59-83D2-4C48-82B8-96050E88F101}" dt="2026-04-01T11:22:07.122" v="284" actId="790"/>
          <ac:spMkLst>
            <pc:docMk/>
            <pc:sldMk cId="0" sldId="267"/>
            <ac:spMk id="20" creationId="{00000000-0000-0000-0000-000000000000}"/>
          </ac:spMkLst>
        </pc:spChg>
        <pc:spChg chg="mod">
          <ac:chgData name="Tristan Despont" userId="d1a7c66da9d715b7" providerId="LiveId" clId="{8D77CC59-83D2-4C48-82B8-96050E88F101}" dt="2026-04-01T11:22:07.122" v="284" actId="790"/>
          <ac:spMkLst>
            <pc:docMk/>
            <pc:sldMk cId="0" sldId="267"/>
            <ac:spMk id="21" creationId="{00000000-0000-0000-0000-000000000000}"/>
          </ac:spMkLst>
        </pc:spChg>
        <pc:picChg chg="add mod ord">
          <ac:chgData name="Tristan Despont" userId="d1a7c66da9d715b7" providerId="LiveId" clId="{8D77CC59-83D2-4C48-82B8-96050E88F101}" dt="2026-03-25T17:24:53.398" v="138" actId="108"/>
          <ac:picMkLst>
            <pc:docMk/>
            <pc:sldMk cId="0" sldId="267"/>
            <ac:picMk id="25" creationId="{4E5F65CE-2D4C-5D28-70F9-F630B70A48DF}"/>
          </ac:picMkLst>
        </pc:picChg>
      </pc:sldChg>
      <pc:sldChg chg="addSp delSp modSp add mod setBg modNotesTx">
        <pc:chgData name="Tristan Despont" userId="d1a7c66da9d715b7" providerId="LiveId" clId="{8D77CC59-83D2-4C48-82B8-96050E88F101}" dt="2026-04-01T11:37:50.798" v="538" actId="20577"/>
        <pc:sldMkLst>
          <pc:docMk/>
          <pc:sldMk cId="0" sldId="268"/>
        </pc:sldMkLst>
        <pc:spChg chg="mod">
          <ac:chgData name="Tristan Despont" userId="d1a7c66da9d715b7" providerId="LiveId" clId="{8D77CC59-83D2-4C48-82B8-96050E88F101}" dt="2026-04-01T11:22:07.122" v="284" actId="790"/>
          <ac:spMkLst>
            <pc:docMk/>
            <pc:sldMk cId="0" sldId="268"/>
            <ac:spMk id="2" creationId="{00000000-0000-0000-0000-000000000000}"/>
          </ac:spMkLst>
        </pc:spChg>
        <pc:spChg chg="mod">
          <ac:chgData name="Tristan Despont" userId="d1a7c66da9d715b7" providerId="LiveId" clId="{8D77CC59-83D2-4C48-82B8-96050E88F101}" dt="2026-04-01T11:22:07.122" v="284" actId="790"/>
          <ac:spMkLst>
            <pc:docMk/>
            <pc:sldMk cId="0" sldId="268"/>
            <ac:spMk id="3" creationId="{00000000-0000-0000-0000-000000000000}"/>
          </ac:spMkLst>
        </pc:spChg>
        <pc:spChg chg="mod">
          <ac:chgData name="Tristan Despont" userId="d1a7c66da9d715b7" providerId="LiveId" clId="{8D77CC59-83D2-4C48-82B8-96050E88F101}" dt="2026-04-01T11:22:07.122" v="284" actId="790"/>
          <ac:spMkLst>
            <pc:docMk/>
            <pc:sldMk cId="0" sldId="268"/>
            <ac:spMk id="5" creationId="{00000000-0000-0000-0000-000000000000}"/>
          </ac:spMkLst>
        </pc:spChg>
        <pc:spChg chg="mod">
          <ac:chgData name="Tristan Despont" userId="d1a7c66da9d715b7" providerId="LiveId" clId="{8D77CC59-83D2-4C48-82B8-96050E88F101}" dt="2026-04-01T11:22:07.122" v="284" actId="790"/>
          <ac:spMkLst>
            <pc:docMk/>
            <pc:sldMk cId="0" sldId="268"/>
            <ac:spMk id="6" creationId="{00000000-0000-0000-0000-000000000000}"/>
          </ac:spMkLst>
        </pc:spChg>
        <pc:spChg chg="mod">
          <ac:chgData name="Tristan Despont" userId="d1a7c66da9d715b7" providerId="LiveId" clId="{8D77CC59-83D2-4C48-82B8-96050E88F101}" dt="2026-04-01T11:22:07.122" v="284" actId="790"/>
          <ac:spMkLst>
            <pc:docMk/>
            <pc:sldMk cId="0" sldId="268"/>
            <ac:spMk id="7" creationId="{00000000-0000-0000-0000-000000000000}"/>
          </ac:spMkLst>
        </pc:spChg>
        <pc:spChg chg="mod">
          <ac:chgData name="Tristan Despont" userId="d1a7c66da9d715b7" providerId="LiveId" clId="{8D77CC59-83D2-4C48-82B8-96050E88F101}" dt="2026-04-01T11:22:07.122" v="284" actId="790"/>
          <ac:spMkLst>
            <pc:docMk/>
            <pc:sldMk cId="0" sldId="268"/>
            <ac:spMk id="8" creationId="{00000000-0000-0000-0000-000000000000}"/>
          </ac:spMkLst>
        </pc:spChg>
        <pc:spChg chg="mod">
          <ac:chgData name="Tristan Despont" userId="d1a7c66da9d715b7" providerId="LiveId" clId="{8D77CC59-83D2-4C48-82B8-96050E88F101}" dt="2026-04-01T11:22:07.122" v="284" actId="790"/>
          <ac:spMkLst>
            <pc:docMk/>
            <pc:sldMk cId="0" sldId="268"/>
            <ac:spMk id="12" creationId="{00000000-0000-0000-0000-000000000000}"/>
          </ac:spMkLst>
        </pc:spChg>
        <pc:spChg chg="mod">
          <ac:chgData name="Tristan Despont" userId="d1a7c66da9d715b7" providerId="LiveId" clId="{8D77CC59-83D2-4C48-82B8-96050E88F101}" dt="2026-04-01T11:22:07.122" v="284" actId="790"/>
          <ac:spMkLst>
            <pc:docMk/>
            <pc:sldMk cId="0" sldId="268"/>
            <ac:spMk id="15" creationId="{00000000-0000-0000-0000-000000000000}"/>
          </ac:spMkLst>
        </pc:spChg>
        <pc:spChg chg="mod">
          <ac:chgData name="Tristan Despont" userId="d1a7c66da9d715b7" providerId="LiveId" clId="{8D77CC59-83D2-4C48-82B8-96050E88F101}" dt="2026-03-25T18:20:45.572" v="215" actId="790"/>
          <ac:spMkLst>
            <pc:docMk/>
            <pc:sldMk cId="0" sldId="268"/>
            <ac:spMk id="16" creationId="{00000000-0000-0000-0000-000000000000}"/>
          </ac:spMkLst>
        </pc:spChg>
        <pc:spChg chg="mod">
          <ac:chgData name="Tristan Despont" userId="d1a7c66da9d715b7" providerId="LiveId" clId="{8D77CC59-83D2-4C48-82B8-96050E88F101}" dt="2026-04-01T11:22:07.122" v="284" actId="790"/>
          <ac:spMkLst>
            <pc:docMk/>
            <pc:sldMk cId="0" sldId="268"/>
            <ac:spMk id="17" creationId="{00000000-0000-0000-0000-000000000000}"/>
          </ac:spMkLst>
        </pc:spChg>
        <pc:spChg chg="mod">
          <ac:chgData name="Tristan Despont" userId="d1a7c66da9d715b7" providerId="LiveId" clId="{8D77CC59-83D2-4C48-82B8-96050E88F101}" dt="2026-03-25T18:20:45.572" v="215" actId="790"/>
          <ac:spMkLst>
            <pc:docMk/>
            <pc:sldMk cId="0" sldId="268"/>
            <ac:spMk id="18" creationId="{00000000-0000-0000-0000-000000000000}"/>
          </ac:spMkLst>
        </pc:spChg>
        <pc:spChg chg="mod">
          <ac:chgData name="Tristan Despont" userId="d1a7c66da9d715b7" providerId="LiveId" clId="{8D77CC59-83D2-4C48-82B8-96050E88F101}" dt="2026-03-25T18:20:45.572" v="215" actId="790"/>
          <ac:spMkLst>
            <pc:docMk/>
            <pc:sldMk cId="0" sldId="268"/>
            <ac:spMk id="20" creationId="{00000000-0000-0000-0000-000000000000}"/>
          </ac:spMkLst>
        </pc:spChg>
        <pc:spChg chg="mod">
          <ac:chgData name="Tristan Despont" userId="d1a7c66da9d715b7" providerId="LiveId" clId="{8D77CC59-83D2-4C48-82B8-96050E88F101}" dt="2026-04-01T11:22:07.122" v="284" actId="790"/>
          <ac:spMkLst>
            <pc:docMk/>
            <pc:sldMk cId="0" sldId="268"/>
            <ac:spMk id="21" creationId="{00000000-0000-0000-0000-000000000000}"/>
          </ac:spMkLst>
        </pc:spChg>
        <pc:picChg chg="add mod">
          <ac:chgData name="Tristan Despont" userId="d1a7c66da9d715b7" providerId="LiveId" clId="{8D77CC59-83D2-4C48-82B8-96050E88F101}" dt="2026-03-25T17:52:34.198" v="151" actId="108"/>
          <ac:picMkLst>
            <pc:docMk/>
            <pc:sldMk cId="0" sldId="268"/>
            <ac:picMk id="23" creationId="{BF159C52-F7D6-F510-C272-F6533FCF09C9}"/>
          </ac:picMkLst>
        </pc:picChg>
      </pc:sldChg>
      <pc:sldChg chg="modSp add mod setBg">
        <pc:chgData name="Tristan Despont" userId="d1a7c66da9d715b7" providerId="LiveId" clId="{8D77CC59-83D2-4C48-82B8-96050E88F101}" dt="2026-04-01T11:22:07.122" v="284" actId="790"/>
        <pc:sldMkLst>
          <pc:docMk/>
          <pc:sldMk cId="0" sldId="269"/>
        </pc:sldMkLst>
        <pc:spChg chg="mod">
          <ac:chgData name="Tristan Despont" userId="d1a7c66da9d715b7" providerId="LiveId" clId="{8D77CC59-83D2-4C48-82B8-96050E88F101}" dt="2026-03-25T18:13:22.472" v="206" actId="20577"/>
          <ac:spMkLst>
            <pc:docMk/>
            <pc:sldMk cId="0" sldId="269"/>
            <ac:spMk id="3" creationId="{00000000-0000-0000-0000-000000000000}"/>
          </ac:spMkLst>
        </pc:spChg>
        <pc:spChg chg="mod">
          <ac:chgData name="Tristan Despont" userId="d1a7c66da9d715b7" providerId="LiveId" clId="{8D77CC59-83D2-4C48-82B8-96050E88F101}" dt="2026-03-25T18:15:51.849" v="211" actId="790"/>
          <ac:spMkLst>
            <pc:docMk/>
            <pc:sldMk cId="0" sldId="269"/>
            <ac:spMk id="4" creationId="{00000000-0000-0000-0000-000000000000}"/>
          </ac:spMkLst>
        </pc:spChg>
        <pc:spChg chg="mod">
          <ac:chgData name="Tristan Despont" userId="d1a7c66da9d715b7" providerId="LiveId" clId="{8D77CC59-83D2-4C48-82B8-96050E88F101}" dt="2026-04-01T11:22:07.122" v="284" actId="790"/>
          <ac:spMkLst>
            <pc:docMk/>
            <pc:sldMk cId="0" sldId="269"/>
            <ac:spMk id="5" creationId="{00000000-0000-0000-0000-000000000000}"/>
          </ac:spMkLst>
        </pc:spChg>
        <pc:spChg chg="mod">
          <ac:chgData name="Tristan Despont" userId="d1a7c66da9d715b7" providerId="LiveId" clId="{8D77CC59-83D2-4C48-82B8-96050E88F101}" dt="2026-03-25T18:20:45.572" v="215" actId="790"/>
          <ac:spMkLst>
            <pc:docMk/>
            <pc:sldMk cId="0" sldId="269"/>
            <ac:spMk id="6" creationId="{00000000-0000-0000-0000-000000000000}"/>
          </ac:spMkLst>
        </pc:spChg>
        <pc:spChg chg="mod">
          <ac:chgData name="Tristan Despont" userId="d1a7c66da9d715b7" providerId="LiveId" clId="{8D77CC59-83D2-4C48-82B8-96050E88F101}" dt="2026-04-01T11:22:07.122" v="284" actId="790"/>
          <ac:spMkLst>
            <pc:docMk/>
            <pc:sldMk cId="0" sldId="269"/>
            <ac:spMk id="7" creationId="{00000000-0000-0000-0000-000000000000}"/>
          </ac:spMkLst>
        </pc:spChg>
        <pc:spChg chg="mod">
          <ac:chgData name="Tristan Despont" userId="d1a7c66da9d715b7" providerId="LiveId" clId="{8D77CC59-83D2-4C48-82B8-96050E88F101}" dt="2026-03-25T18:20:45.572" v="215" actId="790"/>
          <ac:spMkLst>
            <pc:docMk/>
            <pc:sldMk cId="0" sldId="269"/>
            <ac:spMk id="12" creationId="{00000000-0000-0000-0000-000000000000}"/>
          </ac:spMkLst>
        </pc:spChg>
        <pc:spChg chg="mod">
          <ac:chgData name="Tristan Despont" userId="d1a7c66da9d715b7" providerId="LiveId" clId="{8D77CC59-83D2-4C48-82B8-96050E88F101}" dt="2026-04-01T11:22:07.122" v="284" actId="790"/>
          <ac:spMkLst>
            <pc:docMk/>
            <pc:sldMk cId="0" sldId="269"/>
            <ac:spMk id="13" creationId="{00000000-0000-0000-0000-000000000000}"/>
          </ac:spMkLst>
        </pc:spChg>
        <pc:spChg chg="mod">
          <ac:chgData name="Tristan Despont" userId="d1a7c66da9d715b7" providerId="LiveId" clId="{8D77CC59-83D2-4C48-82B8-96050E88F101}" dt="2026-04-01T11:22:07.122" v="284" actId="790"/>
          <ac:spMkLst>
            <pc:docMk/>
            <pc:sldMk cId="0" sldId="269"/>
            <ac:spMk id="16" creationId="{00000000-0000-0000-0000-000000000000}"/>
          </ac:spMkLst>
        </pc:spChg>
        <pc:spChg chg="mod">
          <ac:chgData name="Tristan Despont" userId="d1a7c66da9d715b7" providerId="LiveId" clId="{8D77CC59-83D2-4C48-82B8-96050E88F101}" dt="2026-03-25T18:20:45.572" v="215" actId="790"/>
          <ac:spMkLst>
            <pc:docMk/>
            <pc:sldMk cId="0" sldId="269"/>
            <ac:spMk id="17" creationId="{00000000-0000-0000-0000-000000000000}"/>
          </ac:spMkLst>
        </pc:spChg>
        <pc:spChg chg="mod">
          <ac:chgData name="Tristan Despont" userId="d1a7c66da9d715b7" providerId="LiveId" clId="{8D77CC59-83D2-4C48-82B8-96050E88F101}" dt="2026-04-01T11:22:07.122" v="284" actId="790"/>
          <ac:spMkLst>
            <pc:docMk/>
            <pc:sldMk cId="0" sldId="269"/>
            <ac:spMk id="18" creationId="{00000000-0000-0000-0000-000000000000}"/>
          </ac:spMkLst>
        </pc:spChg>
        <pc:spChg chg="mod">
          <ac:chgData name="Tristan Despont" userId="d1a7c66da9d715b7" providerId="LiveId" clId="{8D77CC59-83D2-4C48-82B8-96050E88F101}" dt="2026-03-25T18:20:45.572" v="215" actId="790"/>
          <ac:spMkLst>
            <pc:docMk/>
            <pc:sldMk cId="0" sldId="269"/>
            <ac:spMk id="25" creationId="{00000000-0000-0000-0000-000000000000}"/>
          </ac:spMkLst>
        </pc:spChg>
        <pc:spChg chg="mod">
          <ac:chgData name="Tristan Despont" userId="d1a7c66da9d715b7" providerId="LiveId" clId="{8D77CC59-83D2-4C48-82B8-96050E88F101}" dt="2026-04-01T11:22:07.122" v="284" actId="790"/>
          <ac:spMkLst>
            <pc:docMk/>
            <pc:sldMk cId="0" sldId="269"/>
            <ac:spMk id="30" creationId="{00000000-0000-0000-0000-000000000000}"/>
          </ac:spMkLst>
        </pc:spChg>
        <pc:spChg chg="mod">
          <ac:chgData name="Tristan Despont" userId="d1a7c66da9d715b7" providerId="LiveId" clId="{8D77CC59-83D2-4C48-82B8-96050E88F101}" dt="2026-03-25T18:20:45.572" v="215" actId="790"/>
          <ac:spMkLst>
            <pc:docMk/>
            <pc:sldMk cId="0" sldId="269"/>
            <ac:spMk id="31" creationId="{00000000-0000-0000-0000-000000000000}"/>
          </ac:spMkLst>
        </pc:spChg>
        <pc:spChg chg="mod">
          <ac:chgData name="Tristan Despont" userId="d1a7c66da9d715b7" providerId="LiveId" clId="{8D77CC59-83D2-4C48-82B8-96050E88F101}" dt="2026-03-25T18:20:45.572" v="215" actId="790"/>
          <ac:spMkLst>
            <pc:docMk/>
            <pc:sldMk cId="0" sldId="269"/>
            <ac:spMk id="32" creationId="{00000000-0000-0000-0000-000000000000}"/>
          </ac:spMkLst>
        </pc:spChg>
        <pc:spChg chg="mod">
          <ac:chgData name="Tristan Despont" userId="d1a7c66da9d715b7" providerId="LiveId" clId="{8D77CC59-83D2-4C48-82B8-96050E88F101}" dt="2026-04-01T11:22:07.122" v="284" actId="790"/>
          <ac:spMkLst>
            <pc:docMk/>
            <pc:sldMk cId="0" sldId="269"/>
            <ac:spMk id="35" creationId="{00000000-0000-0000-0000-000000000000}"/>
          </ac:spMkLst>
        </pc:spChg>
        <pc:spChg chg="mod">
          <ac:chgData name="Tristan Despont" userId="d1a7c66da9d715b7" providerId="LiveId" clId="{8D77CC59-83D2-4C48-82B8-96050E88F101}" dt="2026-03-25T18:20:45.572" v="215" actId="790"/>
          <ac:spMkLst>
            <pc:docMk/>
            <pc:sldMk cId="0" sldId="269"/>
            <ac:spMk id="36" creationId="{00000000-0000-0000-0000-000000000000}"/>
          </ac:spMkLst>
        </pc:spChg>
        <pc:spChg chg="mod">
          <ac:chgData name="Tristan Despont" userId="d1a7c66da9d715b7" providerId="LiveId" clId="{8D77CC59-83D2-4C48-82B8-96050E88F101}" dt="2026-03-25T18:20:45.572" v="215" actId="790"/>
          <ac:spMkLst>
            <pc:docMk/>
            <pc:sldMk cId="0" sldId="269"/>
            <ac:spMk id="39" creationId="{00000000-0000-0000-0000-000000000000}"/>
          </ac:spMkLst>
        </pc:spChg>
        <pc:spChg chg="mod">
          <ac:chgData name="Tristan Despont" userId="d1a7c66da9d715b7" providerId="LiveId" clId="{8D77CC59-83D2-4C48-82B8-96050E88F101}" dt="2026-04-01T11:22:07.122" v="284" actId="790"/>
          <ac:spMkLst>
            <pc:docMk/>
            <pc:sldMk cId="0" sldId="269"/>
            <ac:spMk id="44" creationId="{00000000-0000-0000-0000-000000000000}"/>
          </ac:spMkLst>
        </pc:spChg>
        <pc:spChg chg="mod">
          <ac:chgData name="Tristan Despont" userId="d1a7c66da9d715b7" providerId="LiveId" clId="{8D77CC59-83D2-4C48-82B8-96050E88F101}" dt="2026-04-01T11:22:07.122" v="284" actId="790"/>
          <ac:spMkLst>
            <pc:docMk/>
            <pc:sldMk cId="0" sldId="269"/>
            <ac:spMk id="49" creationId="{00000000-0000-0000-0000-000000000000}"/>
          </ac:spMkLst>
        </pc:spChg>
        <pc:spChg chg="mod">
          <ac:chgData name="Tristan Despont" userId="d1a7c66da9d715b7" providerId="LiveId" clId="{8D77CC59-83D2-4C48-82B8-96050E88F101}" dt="2026-04-01T11:22:07.122" v="284" actId="790"/>
          <ac:spMkLst>
            <pc:docMk/>
            <pc:sldMk cId="0" sldId="269"/>
            <ac:spMk id="58" creationId="{00000000-0000-0000-0000-000000000000}"/>
          </ac:spMkLst>
        </pc:spChg>
        <pc:spChg chg="mod">
          <ac:chgData name="Tristan Despont" userId="d1a7c66da9d715b7" providerId="LiveId" clId="{8D77CC59-83D2-4C48-82B8-96050E88F101}" dt="2026-03-25T18:20:45.572" v="215" actId="790"/>
          <ac:spMkLst>
            <pc:docMk/>
            <pc:sldMk cId="0" sldId="269"/>
            <ac:spMk id="59" creationId="{00000000-0000-0000-0000-000000000000}"/>
          </ac:spMkLst>
        </pc:spChg>
        <pc:spChg chg="mod">
          <ac:chgData name="Tristan Despont" userId="d1a7c66da9d715b7" providerId="LiveId" clId="{8D77CC59-83D2-4C48-82B8-96050E88F101}" dt="2026-03-25T18:20:45.572" v="215" actId="790"/>
          <ac:spMkLst>
            <pc:docMk/>
            <pc:sldMk cId="0" sldId="269"/>
            <ac:spMk id="6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23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t>Je vous </a:t>
            </a:r>
            <a:r>
              <a:rPr lang="fr-FR" noProof="0"/>
              <a:t>présente</a:t>
            </a:r>
            <a:r>
              <a:rPr lang="en-US"/>
              <a:t> le </a:t>
            </a:r>
            <a:r>
              <a:rPr lang="en-US" err="1"/>
              <a:t>résultat</a:t>
            </a:r>
            <a:r>
              <a:rPr lang="en-US"/>
              <a:t> de </a:t>
            </a:r>
            <a:r>
              <a:rPr lang="en-US" err="1"/>
              <a:t>mes</a:t>
            </a:r>
            <a:r>
              <a:rPr lang="en-US"/>
              <a:t> analyses sur les chiffres de ventes de la </a:t>
            </a:r>
            <a:r>
              <a:rPr lang="en-US" err="1"/>
              <a:t>librairie</a:t>
            </a:r>
            <a:r>
              <a:rPr lang="en-US"/>
              <a:t> Lapage, les données </a:t>
            </a:r>
            <a:r>
              <a:rPr lang="en-US" err="1"/>
              <a:t>s’étalent</a:t>
            </a:r>
            <a:r>
              <a:rPr lang="en-US"/>
              <a:t> de mars 2021 a février 2023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2 — Sommaire</a:t>
            </a:r>
            <a:endParaRPr lang="fr-FR"/>
          </a:p>
          <a:p>
            <a:r>
              <a:rPr lang="fr-FR"/>
              <a:t>Pas besoin de lire chaque item — tu survoles en donnant le fil conducteur :</a:t>
            </a:r>
          </a:p>
          <a:p>
            <a:r>
              <a:rPr lang="fr-FR" i="1"/>
              <a:t>"On va commencer par une vue macro de l'activité, puis on rentrera dans le détail du catalogue et des profils clients. La deuxième partie sera consacrée aux comportements du segment BtoC, et on terminera par les recommandations.« </a:t>
            </a:r>
          </a:p>
          <a:p>
            <a:r>
              <a:rPr lang="fr-FR" i="1"/>
              <a:t>J’ai conçu cette présentation un peu à la manière d’un tableau de bord</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3 — Métriques clés</a:t>
            </a:r>
            <a:endParaRPr lang="fr-FR"/>
          </a:p>
          <a:p>
            <a:r>
              <a:rPr lang="fr-FR" i="1"/>
              <a:t>"Sur les 24 mois analysés, la librairie </a:t>
            </a:r>
            <a:r>
              <a:rPr lang="fr-FR" i="1" err="1"/>
              <a:t>Lapage</a:t>
            </a:r>
            <a:r>
              <a:rPr lang="fr-FR" i="1"/>
              <a:t> génère un CA total de 12,03 millions d'euros, porté à 92,6% par le segment BtoC — soit 11,14 millions. Le BtoB représente moins de 1 million mais c'est une poignée de clients seulement. On tourne en moyenne à 5 755 clients uniques par mois pour 13 438 sessions. Le catalogue compte 3 265 références actives, et le meilleur produit seul génère 91 000€ de CA."</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4 — Évolution du CA mensuel BtoC</a:t>
            </a:r>
            <a:endParaRPr lang="fr-FR"/>
          </a:p>
          <a:p>
            <a:r>
              <a:rPr lang="fr-FR" i="1"/>
              <a:t>"Sur la courbe on voit un CA qui oscille entre 421 et 493K€ par mois. La moyenne mobile sur 3 mois nous confirme une tendance haussière sur 2021, un palier en 2022, et un léger tassement début 2023. Ce qui est important c'est qu'il n'y a aucun décrochage sur les 24 mois — l'activité est stable et prévisible."</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5 — CA par catégorie de produits</a:t>
            </a:r>
            <a:endParaRPr lang="fr-FR"/>
          </a:p>
          <a:p>
            <a:r>
              <a:rPr lang="fr-FR" i="1"/>
              <a:t>"La catégorie 1 est le leader en volume avec 4,52 millions d'euros soit 40,6% du CA BtoC. La catégorie 0 suit de près à 37%, et la catégorie 2 représente 22,5%. À ce stade on a trois catégories qui semblent relativement équilibrées — mais la slide suivante va nuancer ça."</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6 — Répartition du catalogue par catégorie</a:t>
            </a:r>
            <a:endParaRPr lang="fr-FR"/>
          </a:p>
          <a:p>
            <a:r>
              <a:rPr lang="fr-FR" i="1"/>
              <a:t>"Et voilà où ça devient intéressant. La catégorie 0 représente 60% du catalogue mais ne génère que 37% du CA — elle est sur-représentée de 23 points par rapport à sa contribution réelle. À l'inverse la catégorie 2 ne représente que 5% du catalogue mais génère 22,5% du CA — c'est de loin la plus efficace par référence. La catégorie 1 est bien équilibrée. Ce qu'on retient : le catalogue est trop chargé en produits catégorie 0 par rapport à ce qu'ils rapportent."</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7 — Top 5 &amp; Flop 5 produits</a:t>
            </a:r>
            <a:endParaRPr lang="fr-FR"/>
          </a:p>
          <a:p>
            <a:r>
              <a:rPr lang="fr-FR" i="1"/>
              <a:t>"Le Top 5 confirme ce qu'on vient de dire — les 4 premiers produits sont tous en catégorie 2, le meilleur à 91 000€ à lui seul. La catégorie 2 c'est le segment premium avec un prix moyen de 76€ contre 10€ pour la catégorie 0. Le Flop 5 en revanche c'est exclusivement de la catégorie 0 — des produits à moins de 2€ de CA cumulé sur 2 ans. C'est une anomalie catalogue qui mérite une révision."</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8 — Profils clients : segmentation &amp; concentration</a:t>
            </a:r>
            <a:endParaRPr lang="fr-FR"/>
          </a:p>
          <a:p>
            <a:r>
              <a:rPr lang="fr-FR" i="1"/>
              <a:t>"Le pie chart confirme la domination du BtoC à 92,6% du CA. Le BtoB c'est une minorité de gros clients qui pèsent 884K€. Sur la courbe de Lorenz, le coefficient de Gini est à 0,40 — c'est une concentration modérée. Ça veut dire que la clientèle BtoC est relativement homogène en termes de dépenses, pas de déséquilibre extrême. On n'est pas dans un cas où 5 clients font tout le CA — c'est une bonne nouvelle pour la résilience du modèle."</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9 — Âge &amp; Chiffre d'affaires</a:t>
            </a:r>
            <a:endParaRPr lang="fr-FR"/>
          </a:p>
          <a:p>
            <a:r>
              <a:rPr lang="fr-FR" i="1"/>
              <a:t>"Première analyse comportementale sur le segment BtoC. Le graphique du haut montre une corrélation forte à −0,88 entre l'âge et le CA — les jeunes génèrent clairement plus de CA global. Mais attention, c'est un effet volume : il y a simplement plus de jeunes clients. Quand on ramène au client individuel — graphique du bas — la corrélation tombe à −0,18, donc quasiment nulle. L'âge n'explique pas la dépense individuelle. Conclusion : cibler les jeunes en acquisition reste pertinent, mais les seniors ont une valeur individuelle sous-estimée."</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10 — Âge &amp; Fréquence d'achat</a:t>
            </a:r>
            <a:endParaRPr lang="fr-FR"/>
          </a:p>
          <a:p>
            <a:r>
              <a:rPr lang="fr-FR" i="1"/>
              <a:t>"Deuxième analyse : l'âge et la fréquence d'achat. Corrélation faible à +0,11 — l'effet est marginal mais la direction est claire : la fréquence augmente légèrement avec l'âge. Les seniors reviennent plus régulièrement que les jeunes. C'est cohérent avec ce qu'on sait des habitudes de consommation par tranche d'âge. On en tire une recommandation : un programme de fidélité ciblé 50+ pourrait capitaliser sur cette tendance naturelle et sécuriser un socle de revenus récurrents."</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11 — Tranche d'âge &amp; Catégorie favorite</a:t>
            </a:r>
            <a:endParaRPr lang="fr-FR"/>
          </a:p>
          <a:p>
            <a:r>
              <a:rPr lang="fr-FR" i="1"/>
              <a:t>"C'est l'analyse la plus forte de cette partie avec un V de Cramer à 0,416 — corrélation forte. Le graphique est très parlant : les 35-59 ans sont massivement orientés catégorie 0, les 18-34 sont les seuls à acheter significativement en catégorie 2 — le segment premium à 76€ de prix moyen — et les 60+ se distinguent sur la catégorie 1. L'âge est donc le meilleur prédicteur de la catégorie favorite. La recommandation est claire : segmenter les campagnes marketing par tranche d'âge, pas par genre."</a:t>
            </a:r>
            <a:endParaRPr lang="fr-FR"/>
          </a:p>
          <a:p>
            <a:endParaRPr lang="en-US"/>
          </a:p>
          <a:p>
            <a:endParaRPr lang="en-US"/>
          </a:p>
          <a:p>
            <a:r>
              <a:rPr lang="fr-FR"/>
              <a:t>Le Chi² teste </a:t>
            </a:r>
            <a:r>
              <a:rPr lang="fr-FR" b="1"/>
              <a:t>l'indépendance</a:t>
            </a:r>
            <a:r>
              <a:rPr lang="fr-FR"/>
              <a:t> entre deux variables qualitatives. Il répond à la question "est-ce que la distribution de l'une dépend de l'autre ?". La p-value te dit si la relation est statistiquement significative, et le V de Cramer te dit à quel point elle est forte.</a:t>
            </a:r>
            <a:endParaRPr lang="en-US"/>
          </a:p>
          <a:p>
            <a:r>
              <a:rPr lang="fr-FR"/>
              <a:t>"Le V de Cramer mesure la force d'association entre deux variables catégorielles. Il va de 0 à 1 — 0 aucune association, 1 association parfaite. On l'utilise avec le Chi² qui teste l'existence de la relation, le V de Cramer mesure son intensité. À 0,416 c'est une corrélation forte."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Slide 12 — Synthèse des analyses BtoC</a:t>
            </a:r>
            <a:endParaRPr lang="fr-FR"/>
          </a:p>
          <a:p>
            <a:r>
              <a:rPr lang="fr-FR" i="1"/>
              <a:t>"Ce tableau récapitule l'ensemble des corrélations analysées. On retient deux enseignements majeurs : le genre n'est pas un critère pertinent — V de Cramer à 0,007, aucune corrélation. Et la tranche d'âge est le seul vrai levier de segmentation avec un V de Cramer à 0,416. Les autres corrélations âge/CA, âge/fréquence, âge/panier sont soit faibles soit liées à des effets volume. Le message central : arrêter de segmenter par genre, cibler par tranche d'âge."</a:t>
            </a:r>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effectLst/>
              </a:rPr>
              <a:t>Slide 13 — Conclusions &amp; Recommandations</a:t>
            </a:r>
            <a:endParaRPr lang="fr-FR">
              <a:effectLst/>
            </a:endParaRPr>
          </a:p>
          <a:p>
            <a:r>
              <a:rPr lang="fr-FR" i="1">
                <a:effectLst/>
              </a:rPr>
              <a:t>"Pour conclure, quatre recommandations actionnables. Un : fidéliser le cœur de clientèle BtoC — 92,6% du CA avec un Gini modéré, ce sont des clients réguliers qu'il faut retenir. Deux : renforcer les catégories 1 et 2 — la 1 est leader en volume, la 2 est ultra-efficace en valeur avec 5% du catalogue pour 22,5% du CA. Trois : abandonner la segmentation par genre — les données sont formelles, c'est une perte de temps et de budget marketing. Quatre : lancer un programme de fidélité ciblé 50+ pour capitaliser sur leur fréquence d'achat naturellement plus élevée."</a:t>
            </a:r>
            <a:endParaRPr lang="fr-FR">
              <a:effectLst/>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6766560" y="0"/>
            <a:ext cx="2377440" cy="5143500"/>
          </a:xfrm>
          <a:prstGeom prst="rect">
            <a:avLst/>
          </a:prstGeom>
          <a:solidFill>
            <a:srgbClr val="0D6E8A"/>
          </a:solidFill>
          <a:ln w="12700">
            <a:solidFill>
              <a:srgbClr val="0D6E8A"/>
            </a:solidFill>
            <a:prstDash val="solid"/>
          </a:ln>
        </p:spPr>
        <p:txBody>
          <a:bodyPr/>
          <a:lstStyle/>
          <a:p>
            <a:endParaRPr lang="fr-FR" noProof="0"/>
          </a:p>
        </p:txBody>
      </p:sp>
      <p:sp>
        <p:nvSpPr>
          <p:cNvPr id="3" name="Shape 1"/>
          <p:cNvSpPr/>
          <p:nvPr/>
        </p:nvSpPr>
        <p:spPr>
          <a:xfrm>
            <a:off x="7863840" y="0"/>
            <a:ext cx="1280160" cy="5143500"/>
          </a:xfrm>
          <a:prstGeom prst="rect">
            <a:avLst/>
          </a:prstGeom>
          <a:solidFill>
            <a:srgbClr val="E8A020"/>
          </a:solidFill>
          <a:ln w="12700">
            <a:solidFill>
              <a:srgbClr val="E8A020"/>
            </a:solidFill>
            <a:prstDash val="solid"/>
          </a:ln>
        </p:spPr>
        <p:txBody>
          <a:bodyPr/>
          <a:lstStyle/>
          <a:p>
            <a:endParaRPr lang="fr-FR" noProof="0"/>
          </a:p>
        </p:txBody>
      </p:sp>
      <p:sp>
        <p:nvSpPr>
          <p:cNvPr id="4" name="Text 2"/>
          <p:cNvSpPr/>
          <p:nvPr/>
        </p:nvSpPr>
        <p:spPr>
          <a:xfrm>
            <a:off x="548640" y="914400"/>
            <a:ext cx="5943600" cy="731520"/>
          </a:xfrm>
          <a:prstGeom prst="rect">
            <a:avLst/>
          </a:prstGeom>
          <a:noFill/>
          <a:ln/>
        </p:spPr>
        <p:txBody>
          <a:bodyPr wrap="square" lIns="0" tIns="0" rIns="0" bIns="0" rtlCol="0" anchor="ctr"/>
          <a:lstStyle/>
          <a:p>
            <a:pPr marL="0" indent="0">
              <a:buNone/>
            </a:pPr>
            <a:r>
              <a:rPr lang="fr-FR" sz="4200" b="1" noProof="0">
                <a:solidFill>
                  <a:srgbClr val="AACCDD"/>
                </a:solidFill>
                <a:latin typeface="Calibri" pitchFamily="34" charset="0"/>
                <a:ea typeface="Calibri" pitchFamily="34" charset="-122"/>
                <a:cs typeface="Calibri" pitchFamily="34" charset="-120"/>
              </a:rPr>
              <a:t>Librairie</a:t>
            </a:r>
            <a:endParaRPr lang="fr-FR" sz="4200" noProof="0"/>
          </a:p>
        </p:txBody>
      </p:sp>
      <p:sp>
        <p:nvSpPr>
          <p:cNvPr id="5" name="Text 3"/>
          <p:cNvSpPr/>
          <p:nvPr/>
        </p:nvSpPr>
        <p:spPr>
          <a:xfrm>
            <a:off x="548640" y="1600200"/>
            <a:ext cx="5943600" cy="822960"/>
          </a:xfrm>
          <a:prstGeom prst="rect">
            <a:avLst/>
          </a:prstGeom>
          <a:noFill/>
          <a:ln/>
        </p:spPr>
        <p:txBody>
          <a:bodyPr wrap="square" lIns="0" tIns="0" rIns="0" bIns="0" rtlCol="0" anchor="ctr"/>
          <a:lstStyle/>
          <a:p>
            <a:pPr marL="0" indent="0">
              <a:buNone/>
            </a:pPr>
            <a:r>
              <a:rPr lang="fr-FR" sz="5200" b="1" noProof="0" err="1">
                <a:solidFill>
                  <a:srgbClr val="FFFFFF"/>
                </a:solidFill>
                <a:latin typeface="Calibri" pitchFamily="34" charset="0"/>
                <a:ea typeface="Calibri" pitchFamily="34" charset="-122"/>
                <a:cs typeface="Calibri" pitchFamily="34" charset="-120"/>
              </a:rPr>
              <a:t>Lapage</a:t>
            </a:r>
            <a:endParaRPr lang="fr-FR" sz="5200" noProof="0"/>
          </a:p>
        </p:txBody>
      </p:sp>
      <p:sp>
        <p:nvSpPr>
          <p:cNvPr id="6" name="Shape 4"/>
          <p:cNvSpPr/>
          <p:nvPr/>
        </p:nvSpPr>
        <p:spPr>
          <a:xfrm>
            <a:off x="548640" y="2487168"/>
            <a:ext cx="1828800" cy="54864"/>
          </a:xfrm>
          <a:prstGeom prst="rect">
            <a:avLst/>
          </a:prstGeom>
          <a:solidFill>
            <a:srgbClr val="E8A020"/>
          </a:solidFill>
          <a:ln/>
        </p:spPr>
        <p:txBody>
          <a:bodyPr/>
          <a:lstStyle/>
          <a:p>
            <a:endParaRPr lang="fr-FR" noProof="0"/>
          </a:p>
        </p:txBody>
      </p:sp>
      <p:sp>
        <p:nvSpPr>
          <p:cNvPr id="7" name="Text 5"/>
          <p:cNvSpPr/>
          <p:nvPr/>
        </p:nvSpPr>
        <p:spPr>
          <a:xfrm>
            <a:off x="548640" y="2651760"/>
            <a:ext cx="5943600" cy="384048"/>
          </a:xfrm>
          <a:prstGeom prst="rect">
            <a:avLst/>
          </a:prstGeom>
          <a:noFill/>
          <a:ln/>
        </p:spPr>
        <p:txBody>
          <a:bodyPr wrap="square" lIns="0" tIns="0" rIns="0" bIns="0" rtlCol="0" anchor="ctr"/>
          <a:lstStyle/>
          <a:p>
            <a:pPr marL="0" indent="0">
              <a:buNone/>
            </a:pPr>
            <a:r>
              <a:rPr lang="fr-FR" sz="1800" noProof="0">
                <a:solidFill>
                  <a:srgbClr val="88AACC"/>
                </a:solidFill>
                <a:latin typeface="Calibri" pitchFamily="34" charset="0"/>
                <a:ea typeface="Calibri" pitchFamily="34" charset="-122"/>
                <a:cs typeface="Calibri" pitchFamily="34" charset="-120"/>
              </a:rPr>
              <a:t>Analyse des données 2021–2023</a:t>
            </a:r>
            <a:endParaRPr lang="fr-FR" sz="1800" noProof="0"/>
          </a:p>
        </p:txBody>
      </p:sp>
      <p:sp>
        <p:nvSpPr>
          <p:cNvPr id="8" name="Text 6"/>
          <p:cNvSpPr/>
          <p:nvPr/>
        </p:nvSpPr>
        <p:spPr>
          <a:xfrm>
            <a:off x="548640" y="3154680"/>
            <a:ext cx="5943600" cy="292608"/>
          </a:xfrm>
          <a:prstGeom prst="rect">
            <a:avLst/>
          </a:prstGeom>
          <a:noFill/>
          <a:ln/>
        </p:spPr>
        <p:txBody>
          <a:bodyPr wrap="square" lIns="0" tIns="0" rIns="0" bIns="0" rtlCol="0" anchor="ctr"/>
          <a:lstStyle/>
          <a:p>
            <a:pPr marL="0" indent="0">
              <a:buNone/>
            </a:pPr>
            <a:r>
              <a:rPr lang="fr-FR" sz="1100" noProof="0">
                <a:solidFill>
                  <a:srgbClr val="557799"/>
                </a:solidFill>
                <a:latin typeface="Calibri" pitchFamily="34" charset="0"/>
                <a:ea typeface="Calibri" pitchFamily="34" charset="-122"/>
                <a:cs typeface="Calibri" pitchFamily="34" charset="-120"/>
              </a:rPr>
              <a:t>Présentation CODIR — Rapport  |  Mars 2026</a:t>
            </a:r>
            <a:endParaRPr lang="fr-FR" sz="1100" noProof="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Sommaire</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Structure de la présentation</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2</a:t>
            </a:r>
            <a:endParaRPr lang="fr-FR" sz="800" noProof="0"/>
          </a:p>
        </p:txBody>
      </p:sp>
      <p:sp>
        <p:nvSpPr>
          <p:cNvPr id="9" name="Shape 7"/>
          <p:cNvSpPr/>
          <p:nvPr/>
        </p:nvSpPr>
        <p:spPr>
          <a:xfrm>
            <a:off x="411480" y="118872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0" name="Shape 8"/>
          <p:cNvSpPr/>
          <p:nvPr/>
        </p:nvSpPr>
        <p:spPr>
          <a:xfrm>
            <a:off x="411480" y="1188720"/>
            <a:ext cx="54864" cy="914400"/>
          </a:xfrm>
          <a:prstGeom prst="rect">
            <a:avLst/>
          </a:prstGeom>
          <a:solidFill>
            <a:srgbClr val="0D6E8A"/>
          </a:solidFill>
          <a:ln/>
        </p:spPr>
        <p:txBody>
          <a:bodyPr/>
          <a:lstStyle/>
          <a:p>
            <a:endParaRPr lang="fr-FR" noProof="0"/>
          </a:p>
        </p:txBody>
      </p:sp>
      <p:sp>
        <p:nvSpPr>
          <p:cNvPr id="11" name="Text 9"/>
          <p:cNvSpPr/>
          <p:nvPr/>
        </p:nvSpPr>
        <p:spPr>
          <a:xfrm>
            <a:off x="548640" y="126187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01</a:t>
            </a:r>
            <a:endParaRPr lang="fr-FR" sz="2000" noProof="0"/>
          </a:p>
        </p:txBody>
      </p:sp>
      <p:sp>
        <p:nvSpPr>
          <p:cNvPr id="12" name="Text 10"/>
          <p:cNvSpPr/>
          <p:nvPr/>
        </p:nvSpPr>
        <p:spPr>
          <a:xfrm>
            <a:off x="1033272" y="1280160"/>
            <a:ext cx="3291840" cy="329184"/>
          </a:xfrm>
          <a:prstGeom prst="rect">
            <a:avLst/>
          </a:prstGeom>
          <a:noFill/>
          <a:ln/>
        </p:spPr>
        <p:txBody>
          <a:bodyPr wrap="square" lIns="0" tIns="0" rIns="0" bIns="0" rtlCol="0" anchor="ctr"/>
          <a:lstStyle/>
          <a:p>
            <a:pPr marL="0" indent="0">
              <a:buNone/>
            </a:pPr>
            <a:r>
              <a:rPr lang="fr-FR" sz="1300" b="1" noProof="0">
                <a:solidFill>
                  <a:srgbClr val="1B2A4A"/>
                </a:solidFill>
                <a:latin typeface="Calibri" pitchFamily="34" charset="0"/>
                <a:ea typeface="Calibri" pitchFamily="34" charset="-122"/>
                <a:cs typeface="Calibri" pitchFamily="34" charset="-120"/>
              </a:rPr>
              <a:t>Métriques clés</a:t>
            </a:r>
            <a:endParaRPr lang="fr-FR" sz="1300" noProof="0"/>
          </a:p>
        </p:txBody>
      </p:sp>
      <p:sp>
        <p:nvSpPr>
          <p:cNvPr id="13" name="Text 11"/>
          <p:cNvSpPr/>
          <p:nvPr/>
        </p:nvSpPr>
        <p:spPr>
          <a:xfrm>
            <a:off x="1033272" y="1664208"/>
            <a:ext cx="3291840" cy="27432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Vue d'ensemble de l'activité</a:t>
            </a:r>
            <a:endParaRPr lang="fr-FR" sz="1000" noProof="0"/>
          </a:p>
        </p:txBody>
      </p:sp>
      <p:sp>
        <p:nvSpPr>
          <p:cNvPr id="14" name="Shape 12"/>
          <p:cNvSpPr/>
          <p:nvPr/>
        </p:nvSpPr>
        <p:spPr>
          <a:xfrm>
            <a:off x="4846320" y="118872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5" name="Shape 13"/>
          <p:cNvSpPr/>
          <p:nvPr/>
        </p:nvSpPr>
        <p:spPr>
          <a:xfrm>
            <a:off x="4846320" y="1188720"/>
            <a:ext cx="54864" cy="914400"/>
          </a:xfrm>
          <a:prstGeom prst="rect">
            <a:avLst/>
          </a:prstGeom>
          <a:solidFill>
            <a:srgbClr val="0D6E8A"/>
          </a:solidFill>
          <a:ln/>
        </p:spPr>
        <p:txBody>
          <a:bodyPr/>
          <a:lstStyle/>
          <a:p>
            <a:endParaRPr lang="fr-FR" noProof="0"/>
          </a:p>
        </p:txBody>
      </p:sp>
      <p:sp>
        <p:nvSpPr>
          <p:cNvPr id="16" name="Text 14"/>
          <p:cNvSpPr/>
          <p:nvPr/>
        </p:nvSpPr>
        <p:spPr>
          <a:xfrm>
            <a:off x="4983480" y="126187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02</a:t>
            </a:r>
            <a:endParaRPr lang="fr-FR" sz="2000" noProof="0"/>
          </a:p>
        </p:txBody>
      </p:sp>
      <p:sp>
        <p:nvSpPr>
          <p:cNvPr id="17" name="Text 15"/>
          <p:cNvSpPr/>
          <p:nvPr/>
        </p:nvSpPr>
        <p:spPr>
          <a:xfrm>
            <a:off x="5468112" y="1280160"/>
            <a:ext cx="3291840" cy="329184"/>
          </a:xfrm>
          <a:prstGeom prst="rect">
            <a:avLst/>
          </a:prstGeom>
          <a:noFill/>
          <a:ln/>
        </p:spPr>
        <p:txBody>
          <a:bodyPr wrap="square" lIns="0" tIns="0" rIns="0" bIns="0" rtlCol="0" anchor="ctr"/>
          <a:lstStyle/>
          <a:p>
            <a:pPr marL="0" indent="0">
              <a:buNone/>
            </a:pPr>
            <a:r>
              <a:rPr lang="fr-FR" sz="1300" b="1" noProof="0">
                <a:solidFill>
                  <a:srgbClr val="1B2A4A"/>
                </a:solidFill>
                <a:latin typeface="Calibri" pitchFamily="34" charset="0"/>
                <a:ea typeface="Calibri" pitchFamily="34" charset="-122"/>
                <a:cs typeface="Calibri" pitchFamily="34" charset="-120"/>
              </a:rPr>
              <a:t>Évolution du CA</a:t>
            </a:r>
            <a:endParaRPr lang="fr-FR" sz="1300" noProof="0"/>
          </a:p>
        </p:txBody>
      </p:sp>
      <p:sp>
        <p:nvSpPr>
          <p:cNvPr id="18" name="Text 16"/>
          <p:cNvSpPr/>
          <p:nvPr/>
        </p:nvSpPr>
        <p:spPr>
          <a:xfrm>
            <a:off x="5468112" y="1664208"/>
            <a:ext cx="3291840" cy="27432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Tendance mensuelle &amp; moyennes mobiles</a:t>
            </a:r>
            <a:endParaRPr lang="fr-FR" sz="1000" noProof="0"/>
          </a:p>
        </p:txBody>
      </p:sp>
      <p:sp>
        <p:nvSpPr>
          <p:cNvPr id="19" name="Shape 17"/>
          <p:cNvSpPr/>
          <p:nvPr/>
        </p:nvSpPr>
        <p:spPr>
          <a:xfrm>
            <a:off x="411480" y="224028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0" name="Shape 18"/>
          <p:cNvSpPr/>
          <p:nvPr/>
        </p:nvSpPr>
        <p:spPr>
          <a:xfrm>
            <a:off x="411480" y="2240280"/>
            <a:ext cx="54864" cy="914400"/>
          </a:xfrm>
          <a:prstGeom prst="rect">
            <a:avLst/>
          </a:prstGeom>
          <a:solidFill>
            <a:srgbClr val="0D6E8A"/>
          </a:solidFill>
          <a:ln/>
        </p:spPr>
        <p:txBody>
          <a:bodyPr/>
          <a:lstStyle/>
          <a:p>
            <a:endParaRPr lang="fr-FR" noProof="0"/>
          </a:p>
        </p:txBody>
      </p:sp>
      <p:sp>
        <p:nvSpPr>
          <p:cNvPr id="21" name="Text 19"/>
          <p:cNvSpPr/>
          <p:nvPr/>
        </p:nvSpPr>
        <p:spPr>
          <a:xfrm>
            <a:off x="548640" y="231343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03</a:t>
            </a:r>
            <a:endParaRPr lang="fr-FR" sz="2000" noProof="0"/>
          </a:p>
        </p:txBody>
      </p:sp>
      <p:sp>
        <p:nvSpPr>
          <p:cNvPr id="22" name="Text 20"/>
          <p:cNvSpPr/>
          <p:nvPr/>
        </p:nvSpPr>
        <p:spPr>
          <a:xfrm>
            <a:off x="1033272" y="2331720"/>
            <a:ext cx="3291840" cy="329184"/>
          </a:xfrm>
          <a:prstGeom prst="rect">
            <a:avLst/>
          </a:prstGeom>
          <a:noFill/>
          <a:ln/>
        </p:spPr>
        <p:txBody>
          <a:bodyPr wrap="square" lIns="0" tIns="0" rIns="0" bIns="0" rtlCol="0" anchor="ctr"/>
          <a:lstStyle/>
          <a:p>
            <a:r>
              <a:rPr lang="fr-FR" sz="1300" b="1" noProof="0">
                <a:solidFill>
                  <a:srgbClr val="1B2A4A"/>
                </a:solidFill>
                <a:latin typeface="Calibri" pitchFamily="34" charset="0"/>
                <a:ea typeface="Calibri" pitchFamily="34" charset="-122"/>
                <a:cs typeface="Calibri" pitchFamily="34" charset="-120"/>
              </a:rPr>
              <a:t>Catalogue produits</a:t>
            </a:r>
            <a:endParaRPr lang="fr-FR" sz="1300" noProof="0"/>
          </a:p>
        </p:txBody>
      </p:sp>
      <p:sp>
        <p:nvSpPr>
          <p:cNvPr id="23" name="Text 21"/>
          <p:cNvSpPr/>
          <p:nvPr/>
        </p:nvSpPr>
        <p:spPr>
          <a:xfrm>
            <a:off x="1033272" y="2715768"/>
            <a:ext cx="3291840" cy="27432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CA par catégorie + répartition + Top/Flop</a:t>
            </a:r>
            <a:endParaRPr lang="fr-FR" sz="1000" noProof="0"/>
          </a:p>
        </p:txBody>
      </p:sp>
      <p:sp>
        <p:nvSpPr>
          <p:cNvPr id="24" name="Shape 22"/>
          <p:cNvSpPr/>
          <p:nvPr/>
        </p:nvSpPr>
        <p:spPr>
          <a:xfrm>
            <a:off x="4846320" y="224028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5" name="Shape 23"/>
          <p:cNvSpPr/>
          <p:nvPr/>
        </p:nvSpPr>
        <p:spPr>
          <a:xfrm>
            <a:off x="4846320" y="2240280"/>
            <a:ext cx="54864" cy="914400"/>
          </a:xfrm>
          <a:prstGeom prst="rect">
            <a:avLst/>
          </a:prstGeom>
          <a:solidFill>
            <a:srgbClr val="0D6E8A"/>
          </a:solidFill>
          <a:ln/>
        </p:spPr>
        <p:txBody>
          <a:bodyPr/>
          <a:lstStyle/>
          <a:p>
            <a:endParaRPr lang="fr-FR" noProof="0"/>
          </a:p>
        </p:txBody>
      </p:sp>
      <p:sp>
        <p:nvSpPr>
          <p:cNvPr id="26" name="Text 24"/>
          <p:cNvSpPr/>
          <p:nvPr/>
        </p:nvSpPr>
        <p:spPr>
          <a:xfrm>
            <a:off x="4983480" y="231343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04</a:t>
            </a:r>
            <a:endParaRPr lang="fr-FR" sz="2000" noProof="0"/>
          </a:p>
        </p:txBody>
      </p:sp>
      <p:sp>
        <p:nvSpPr>
          <p:cNvPr id="27" name="Text 25"/>
          <p:cNvSpPr/>
          <p:nvPr/>
        </p:nvSpPr>
        <p:spPr>
          <a:xfrm>
            <a:off x="5468112" y="2331720"/>
            <a:ext cx="3291840" cy="329184"/>
          </a:xfrm>
          <a:prstGeom prst="rect">
            <a:avLst/>
          </a:prstGeom>
          <a:noFill/>
          <a:ln/>
        </p:spPr>
        <p:txBody>
          <a:bodyPr wrap="square" lIns="0" tIns="0" rIns="0" bIns="0" rtlCol="0" anchor="ctr"/>
          <a:lstStyle/>
          <a:p>
            <a:pPr marL="0" indent="0">
              <a:buNone/>
            </a:pPr>
            <a:r>
              <a:rPr lang="fr-FR" sz="1300" b="1" noProof="0">
                <a:solidFill>
                  <a:srgbClr val="1B2A4A"/>
                </a:solidFill>
                <a:latin typeface="Calibri" pitchFamily="34" charset="0"/>
                <a:ea typeface="Calibri" pitchFamily="34" charset="-122"/>
                <a:cs typeface="Calibri" pitchFamily="34" charset="-120"/>
              </a:rPr>
              <a:t>Profils clients</a:t>
            </a:r>
            <a:endParaRPr lang="fr-FR" sz="1300" noProof="0"/>
          </a:p>
        </p:txBody>
      </p:sp>
      <p:sp>
        <p:nvSpPr>
          <p:cNvPr id="28" name="Text 26"/>
          <p:cNvSpPr/>
          <p:nvPr/>
        </p:nvSpPr>
        <p:spPr>
          <a:xfrm>
            <a:off x="5468112" y="2715768"/>
            <a:ext cx="3291840" cy="274320"/>
          </a:xfrm>
          <a:prstGeom prst="rect">
            <a:avLst/>
          </a:prstGeom>
          <a:noFill/>
          <a:ln/>
        </p:spPr>
        <p:txBody>
          <a:bodyPr wrap="square" lIns="0" tIns="0" rIns="0" bIns="0" rtlCol="0" anchor="ctr"/>
          <a:lstStyle/>
          <a:p>
            <a:r>
              <a:rPr lang="fr-FR" sz="1000" noProof="0">
                <a:solidFill>
                  <a:srgbClr val="4A5568"/>
                </a:solidFill>
                <a:latin typeface="Calibri" pitchFamily="34" charset="0"/>
                <a:ea typeface="Calibri" pitchFamily="34" charset="-122"/>
                <a:cs typeface="Calibri" pitchFamily="34" charset="-120"/>
              </a:rPr>
              <a:t>Segmentation BtoB/BtoC &amp; concentration Lorenz</a:t>
            </a:r>
            <a:endParaRPr lang="fr-FR" sz="1000" noProof="0"/>
          </a:p>
        </p:txBody>
      </p:sp>
      <p:sp>
        <p:nvSpPr>
          <p:cNvPr id="29" name="Shape 27"/>
          <p:cNvSpPr/>
          <p:nvPr/>
        </p:nvSpPr>
        <p:spPr>
          <a:xfrm>
            <a:off x="411480" y="329184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30" name="Shape 28"/>
          <p:cNvSpPr/>
          <p:nvPr/>
        </p:nvSpPr>
        <p:spPr>
          <a:xfrm>
            <a:off x="411480" y="3291840"/>
            <a:ext cx="54864" cy="914400"/>
          </a:xfrm>
          <a:prstGeom prst="rect">
            <a:avLst/>
          </a:prstGeom>
          <a:solidFill>
            <a:srgbClr val="0D6E8A"/>
          </a:solidFill>
          <a:ln/>
        </p:spPr>
        <p:txBody>
          <a:bodyPr/>
          <a:lstStyle/>
          <a:p>
            <a:endParaRPr lang="fr-FR" noProof="0"/>
          </a:p>
        </p:txBody>
      </p:sp>
      <p:sp>
        <p:nvSpPr>
          <p:cNvPr id="31" name="Text 29"/>
          <p:cNvSpPr/>
          <p:nvPr/>
        </p:nvSpPr>
        <p:spPr>
          <a:xfrm>
            <a:off x="548640" y="336499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05</a:t>
            </a:r>
            <a:endParaRPr lang="fr-FR" sz="2000" noProof="0"/>
          </a:p>
        </p:txBody>
      </p:sp>
      <p:sp>
        <p:nvSpPr>
          <p:cNvPr id="32" name="Text 30"/>
          <p:cNvSpPr/>
          <p:nvPr/>
        </p:nvSpPr>
        <p:spPr>
          <a:xfrm>
            <a:off x="1033272" y="3383280"/>
            <a:ext cx="3291840" cy="329184"/>
          </a:xfrm>
          <a:prstGeom prst="rect">
            <a:avLst/>
          </a:prstGeom>
          <a:noFill/>
          <a:ln/>
        </p:spPr>
        <p:txBody>
          <a:bodyPr wrap="square" lIns="0" tIns="0" rIns="0" bIns="0" rtlCol="0" anchor="ctr"/>
          <a:lstStyle/>
          <a:p>
            <a:pPr marL="0" indent="0">
              <a:buNone/>
            </a:pPr>
            <a:r>
              <a:rPr lang="fr-FR" sz="1300" b="1" noProof="0">
                <a:solidFill>
                  <a:srgbClr val="1B2A4A"/>
                </a:solidFill>
                <a:latin typeface="Calibri" pitchFamily="34" charset="0"/>
                <a:ea typeface="Calibri" pitchFamily="34" charset="-122"/>
                <a:cs typeface="Calibri" pitchFamily="34" charset="-120"/>
              </a:rPr>
              <a:t>Comportements BtoC</a:t>
            </a:r>
          </a:p>
        </p:txBody>
      </p:sp>
      <p:sp>
        <p:nvSpPr>
          <p:cNvPr id="33" name="Text 31"/>
          <p:cNvSpPr/>
          <p:nvPr/>
        </p:nvSpPr>
        <p:spPr>
          <a:xfrm>
            <a:off x="1033272" y="3767328"/>
            <a:ext cx="3291840" cy="27432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Analyses : genre, âge, fréquence</a:t>
            </a:r>
          </a:p>
        </p:txBody>
      </p:sp>
      <p:sp>
        <p:nvSpPr>
          <p:cNvPr id="34" name="Shape 32"/>
          <p:cNvSpPr/>
          <p:nvPr/>
        </p:nvSpPr>
        <p:spPr>
          <a:xfrm>
            <a:off x="4846320" y="3291840"/>
            <a:ext cx="4114800" cy="91440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35" name="Shape 33"/>
          <p:cNvSpPr/>
          <p:nvPr/>
        </p:nvSpPr>
        <p:spPr>
          <a:xfrm>
            <a:off x="4846320" y="3291840"/>
            <a:ext cx="54864" cy="914400"/>
          </a:xfrm>
          <a:prstGeom prst="rect">
            <a:avLst/>
          </a:prstGeom>
          <a:solidFill>
            <a:srgbClr val="0D6E8A"/>
          </a:solidFill>
          <a:ln/>
        </p:spPr>
        <p:txBody>
          <a:bodyPr/>
          <a:lstStyle/>
          <a:p>
            <a:endParaRPr lang="fr-FR" noProof="0"/>
          </a:p>
        </p:txBody>
      </p:sp>
      <p:sp>
        <p:nvSpPr>
          <p:cNvPr id="36" name="Text 34"/>
          <p:cNvSpPr/>
          <p:nvPr/>
        </p:nvSpPr>
        <p:spPr>
          <a:xfrm>
            <a:off x="4983480" y="3364992"/>
            <a:ext cx="457200" cy="347472"/>
          </a:xfrm>
          <a:prstGeom prst="rect">
            <a:avLst/>
          </a:prstGeom>
          <a:noFill/>
          <a:ln/>
        </p:spPr>
        <p:txBody>
          <a:bodyPr wrap="square" lIns="0" tIns="0" rIns="0" bIns="0" rtlCol="0" anchor="ctr"/>
          <a:lstStyle/>
          <a:p>
            <a:pPr marL="0" indent="0">
              <a:buNone/>
            </a:pPr>
            <a:r>
              <a:rPr lang="fr-FR" sz="2000" b="1" noProof="0">
                <a:solidFill>
                  <a:srgbClr val="0D6E8A"/>
                </a:solidFill>
                <a:latin typeface="Calibri" pitchFamily="34" charset="0"/>
                <a:ea typeface="Calibri" pitchFamily="34" charset="-122"/>
                <a:cs typeface="Calibri" pitchFamily="34" charset="-120"/>
              </a:rPr>
              <a:t>06</a:t>
            </a:r>
            <a:endParaRPr lang="fr-FR" sz="2000" noProof="0"/>
          </a:p>
        </p:txBody>
      </p:sp>
      <p:sp>
        <p:nvSpPr>
          <p:cNvPr id="37" name="Text 35"/>
          <p:cNvSpPr/>
          <p:nvPr/>
        </p:nvSpPr>
        <p:spPr>
          <a:xfrm>
            <a:off x="5468112" y="3383280"/>
            <a:ext cx="3291840" cy="329184"/>
          </a:xfrm>
          <a:prstGeom prst="rect">
            <a:avLst/>
          </a:prstGeom>
          <a:noFill/>
          <a:ln/>
        </p:spPr>
        <p:txBody>
          <a:bodyPr wrap="square" lIns="0" tIns="0" rIns="0" bIns="0" rtlCol="0" anchor="ctr"/>
          <a:lstStyle/>
          <a:p>
            <a:pPr marL="0" indent="0">
              <a:buNone/>
            </a:pPr>
            <a:r>
              <a:rPr lang="fr-FR" sz="1300" b="1" noProof="0">
                <a:solidFill>
                  <a:srgbClr val="1B2A4A"/>
                </a:solidFill>
                <a:latin typeface="Calibri" pitchFamily="34" charset="0"/>
                <a:ea typeface="Calibri" pitchFamily="34" charset="-122"/>
                <a:cs typeface="Calibri" pitchFamily="34" charset="-120"/>
              </a:rPr>
              <a:t>Conclusions &amp; Recommandations</a:t>
            </a:r>
            <a:endParaRPr lang="fr-FR" sz="1300" noProof="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01 — Métriques clés</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Vue d'ensemble de l'activité sur la période 2021–2022</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3</a:t>
            </a:r>
            <a:endParaRPr lang="fr-FR" sz="800" noProof="0"/>
          </a:p>
        </p:txBody>
      </p:sp>
      <p:sp>
        <p:nvSpPr>
          <p:cNvPr id="9" name="Shape 7"/>
          <p:cNvSpPr/>
          <p:nvPr/>
        </p:nvSpPr>
        <p:spPr>
          <a:xfrm>
            <a:off x="274320" y="114300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0" name="Shape 8"/>
          <p:cNvSpPr/>
          <p:nvPr/>
        </p:nvSpPr>
        <p:spPr>
          <a:xfrm>
            <a:off x="274320" y="1143000"/>
            <a:ext cx="1965960" cy="50292"/>
          </a:xfrm>
          <a:prstGeom prst="rect">
            <a:avLst/>
          </a:prstGeom>
          <a:solidFill>
            <a:srgbClr val="0D6E8A"/>
          </a:solidFill>
          <a:ln/>
        </p:spPr>
        <p:txBody>
          <a:bodyPr/>
          <a:lstStyle/>
          <a:p>
            <a:endParaRPr lang="fr-FR" noProof="0"/>
          </a:p>
        </p:txBody>
      </p:sp>
      <p:sp>
        <p:nvSpPr>
          <p:cNvPr id="11" name="Text 9"/>
          <p:cNvSpPr/>
          <p:nvPr/>
        </p:nvSpPr>
        <p:spPr>
          <a:xfrm>
            <a:off x="365760" y="1307592"/>
            <a:ext cx="1783080" cy="548640"/>
          </a:xfrm>
          <a:prstGeom prst="rect">
            <a:avLst/>
          </a:prstGeom>
          <a:noFill/>
          <a:ln/>
        </p:spPr>
        <p:txBody>
          <a:bodyPr wrap="square" lIns="0" tIns="0" rIns="0" bIns="0" rtlCol="0" anchor="ctr"/>
          <a:lstStyle/>
          <a:p>
            <a:pPr marL="0" indent="0" algn="ctr">
              <a:buNone/>
            </a:pPr>
            <a:r>
              <a:rPr lang="fr-FR" sz="2400" b="1" noProof="0">
                <a:solidFill>
                  <a:srgbClr val="0D6E8A"/>
                </a:solidFill>
                <a:latin typeface="Calibri" pitchFamily="34" charset="0"/>
                <a:ea typeface="Calibri" pitchFamily="34" charset="-122"/>
                <a:cs typeface="Calibri" pitchFamily="34" charset="-120"/>
              </a:rPr>
              <a:t>12,03 M€</a:t>
            </a:r>
            <a:endParaRPr lang="fr-FR" sz="2400" noProof="0"/>
          </a:p>
        </p:txBody>
      </p:sp>
      <p:sp>
        <p:nvSpPr>
          <p:cNvPr id="12" name="Text 10"/>
          <p:cNvSpPr/>
          <p:nvPr/>
        </p:nvSpPr>
        <p:spPr>
          <a:xfrm>
            <a:off x="365760" y="185623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CA total</a:t>
            </a:r>
            <a:endParaRPr lang="fr-FR" sz="1000" noProof="0"/>
          </a:p>
        </p:txBody>
      </p:sp>
      <p:sp>
        <p:nvSpPr>
          <p:cNvPr id="13" name="Text 11"/>
          <p:cNvSpPr/>
          <p:nvPr/>
        </p:nvSpPr>
        <p:spPr>
          <a:xfrm>
            <a:off x="365760" y="211226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BtoB + BtoC</a:t>
            </a:r>
            <a:endParaRPr lang="fr-FR" sz="900" noProof="0"/>
          </a:p>
        </p:txBody>
      </p:sp>
      <p:sp>
        <p:nvSpPr>
          <p:cNvPr id="14" name="Shape 12"/>
          <p:cNvSpPr/>
          <p:nvPr/>
        </p:nvSpPr>
        <p:spPr>
          <a:xfrm>
            <a:off x="2423160" y="114300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5" name="Shape 13"/>
          <p:cNvSpPr/>
          <p:nvPr/>
        </p:nvSpPr>
        <p:spPr>
          <a:xfrm>
            <a:off x="2423160" y="1143000"/>
            <a:ext cx="1965960" cy="50292"/>
          </a:xfrm>
          <a:prstGeom prst="rect">
            <a:avLst/>
          </a:prstGeom>
          <a:solidFill>
            <a:srgbClr val="1B2A4A"/>
          </a:solidFill>
          <a:ln/>
        </p:spPr>
        <p:txBody>
          <a:bodyPr/>
          <a:lstStyle/>
          <a:p>
            <a:endParaRPr lang="fr-FR" noProof="0"/>
          </a:p>
        </p:txBody>
      </p:sp>
      <p:sp>
        <p:nvSpPr>
          <p:cNvPr id="16" name="Text 14"/>
          <p:cNvSpPr/>
          <p:nvPr/>
        </p:nvSpPr>
        <p:spPr>
          <a:xfrm>
            <a:off x="2514600" y="1307592"/>
            <a:ext cx="1783080" cy="548640"/>
          </a:xfrm>
          <a:prstGeom prst="rect">
            <a:avLst/>
          </a:prstGeom>
          <a:noFill/>
          <a:ln/>
        </p:spPr>
        <p:txBody>
          <a:bodyPr wrap="square" lIns="0" tIns="0" rIns="0" bIns="0" rtlCol="0" anchor="ctr"/>
          <a:lstStyle/>
          <a:p>
            <a:pPr marL="0" indent="0" algn="ctr">
              <a:buNone/>
            </a:pPr>
            <a:r>
              <a:rPr lang="fr-FR" sz="2400" b="1" noProof="0">
                <a:solidFill>
                  <a:srgbClr val="1B2A4A"/>
                </a:solidFill>
                <a:latin typeface="Calibri" pitchFamily="34" charset="0"/>
                <a:ea typeface="Calibri" pitchFamily="34" charset="-122"/>
                <a:cs typeface="Calibri" pitchFamily="34" charset="-120"/>
              </a:rPr>
              <a:t>5 755</a:t>
            </a:r>
            <a:endParaRPr lang="fr-FR" sz="2400" noProof="0"/>
          </a:p>
        </p:txBody>
      </p:sp>
      <p:sp>
        <p:nvSpPr>
          <p:cNvPr id="17" name="Text 15"/>
          <p:cNvSpPr/>
          <p:nvPr/>
        </p:nvSpPr>
        <p:spPr>
          <a:xfrm>
            <a:off x="2514600" y="185623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Clients uniques / mois</a:t>
            </a:r>
            <a:endParaRPr lang="fr-FR" sz="1000" noProof="0"/>
          </a:p>
        </p:txBody>
      </p:sp>
      <p:sp>
        <p:nvSpPr>
          <p:cNvPr id="18" name="Text 16"/>
          <p:cNvSpPr/>
          <p:nvPr/>
        </p:nvSpPr>
        <p:spPr>
          <a:xfrm>
            <a:off x="2514600" y="211226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Moyenne mensuelle</a:t>
            </a:r>
            <a:endParaRPr lang="fr-FR" sz="900" noProof="0"/>
          </a:p>
        </p:txBody>
      </p:sp>
      <p:sp>
        <p:nvSpPr>
          <p:cNvPr id="19" name="Shape 17"/>
          <p:cNvSpPr/>
          <p:nvPr/>
        </p:nvSpPr>
        <p:spPr>
          <a:xfrm>
            <a:off x="4572000" y="114300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0" name="Shape 18"/>
          <p:cNvSpPr/>
          <p:nvPr/>
        </p:nvSpPr>
        <p:spPr>
          <a:xfrm>
            <a:off x="4572000" y="1143000"/>
            <a:ext cx="1965960" cy="50292"/>
          </a:xfrm>
          <a:prstGeom prst="rect">
            <a:avLst/>
          </a:prstGeom>
          <a:solidFill>
            <a:srgbClr val="E8A020"/>
          </a:solidFill>
          <a:ln/>
        </p:spPr>
        <p:txBody>
          <a:bodyPr/>
          <a:lstStyle/>
          <a:p>
            <a:endParaRPr lang="fr-FR" noProof="0"/>
          </a:p>
        </p:txBody>
      </p:sp>
      <p:sp>
        <p:nvSpPr>
          <p:cNvPr id="21" name="Text 19"/>
          <p:cNvSpPr/>
          <p:nvPr/>
        </p:nvSpPr>
        <p:spPr>
          <a:xfrm>
            <a:off x="4663440" y="1307592"/>
            <a:ext cx="1783080" cy="548640"/>
          </a:xfrm>
          <a:prstGeom prst="rect">
            <a:avLst/>
          </a:prstGeom>
          <a:noFill/>
          <a:ln/>
        </p:spPr>
        <p:txBody>
          <a:bodyPr wrap="square" lIns="0" tIns="0" rIns="0" bIns="0" rtlCol="0" anchor="ctr"/>
          <a:lstStyle/>
          <a:p>
            <a:pPr marL="0" indent="0" algn="ctr">
              <a:buNone/>
            </a:pPr>
            <a:r>
              <a:rPr lang="fr-FR" sz="2400" b="1" noProof="0">
                <a:solidFill>
                  <a:srgbClr val="E8A020"/>
                </a:solidFill>
                <a:latin typeface="Calibri" pitchFamily="34" charset="0"/>
                <a:ea typeface="Calibri" pitchFamily="34" charset="-122"/>
                <a:cs typeface="Calibri" pitchFamily="34" charset="-120"/>
              </a:rPr>
              <a:t>13 438</a:t>
            </a:r>
            <a:endParaRPr lang="fr-FR" sz="2400" noProof="0"/>
          </a:p>
        </p:txBody>
      </p:sp>
      <p:sp>
        <p:nvSpPr>
          <p:cNvPr id="22" name="Text 20"/>
          <p:cNvSpPr/>
          <p:nvPr/>
        </p:nvSpPr>
        <p:spPr>
          <a:xfrm>
            <a:off x="4663440" y="185623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Sessions / mois</a:t>
            </a:r>
            <a:endParaRPr lang="fr-FR" sz="1000" noProof="0"/>
          </a:p>
        </p:txBody>
      </p:sp>
      <p:sp>
        <p:nvSpPr>
          <p:cNvPr id="23" name="Text 21"/>
          <p:cNvSpPr/>
          <p:nvPr/>
        </p:nvSpPr>
        <p:spPr>
          <a:xfrm>
            <a:off x="4663440" y="211226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Moyenne mensuelle</a:t>
            </a:r>
            <a:endParaRPr lang="fr-FR" sz="900" noProof="0"/>
          </a:p>
        </p:txBody>
      </p:sp>
      <p:sp>
        <p:nvSpPr>
          <p:cNvPr id="24" name="Shape 22"/>
          <p:cNvSpPr/>
          <p:nvPr/>
        </p:nvSpPr>
        <p:spPr>
          <a:xfrm>
            <a:off x="6720840" y="114300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5" name="Shape 23"/>
          <p:cNvSpPr/>
          <p:nvPr/>
        </p:nvSpPr>
        <p:spPr>
          <a:xfrm>
            <a:off x="6720840" y="1143000"/>
            <a:ext cx="1965960" cy="50292"/>
          </a:xfrm>
          <a:prstGeom prst="rect">
            <a:avLst/>
          </a:prstGeom>
          <a:solidFill>
            <a:srgbClr val="0D6E8A"/>
          </a:solidFill>
          <a:ln/>
        </p:spPr>
        <p:txBody>
          <a:bodyPr/>
          <a:lstStyle/>
          <a:p>
            <a:endParaRPr lang="fr-FR" noProof="0"/>
          </a:p>
        </p:txBody>
      </p:sp>
      <p:sp>
        <p:nvSpPr>
          <p:cNvPr id="26" name="Text 24"/>
          <p:cNvSpPr/>
          <p:nvPr/>
        </p:nvSpPr>
        <p:spPr>
          <a:xfrm>
            <a:off x="6812280" y="1307592"/>
            <a:ext cx="1783080" cy="548640"/>
          </a:xfrm>
          <a:prstGeom prst="rect">
            <a:avLst/>
          </a:prstGeom>
          <a:noFill/>
          <a:ln/>
        </p:spPr>
        <p:txBody>
          <a:bodyPr wrap="square" lIns="0" tIns="0" rIns="0" bIns="0" rtlCol="0" anchor="ctr"/>
          <a:lstStyle/>
          <a:p>
            <a:pPr marL="0" indent="0" algn="ctr">
              <a:buNone/>
            </a:pPr>
            <a:r>
              <a:rPr lang="fr-FR" sz="2400" b="1" noProof="0">
                <a:solidFill>
                  <a:srgbClr val="0D6E8A"/>
                </a:solidFill>
                <a:latin typeface="Calibri" pitchFamily="34" charset="0"/>
                <a:ea typeface="Calibri" pitchFamily="34" charset="-122"/>
                <a:cs typeface="Calibri" pitchFamily="34" charset="-120"/>
              </a:rPr>
              <a:t>3 265</a:t>
            </a:r>
            <a:endParaRPr lang="fr-FR" sz="2400" noProof="0"/>
          </a:p>
        </p:txBody>
      </p:sp>
      <p:sp>
        <p:nvSpPr>
          <p:cNvPr id="27" name="Text 25"/>
          <p:cNvSpPr/>
          <p:nvPr/>
        </p:nvSpPr>
        <p:spPr>
          <a:xfrm>
            <a:off x="6812280" y="185623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Produits catalogue</a:t>
            </a:r>
            <a:endParaRPr lang="fr-FR" sz="1000" noProof="0"/>
          </a:p>
        </p:txBody>
      </p:sp>
      <p:sp>
        <p:nvSpPr>
          <p:cNvPr id="28" name="Text 26"/>
          <p:cNvSpPr/>
          <p:nvPr/>
        </p:nvSpPr>
        <p:spPr>
          <a:xfrm>
            <a:off x="6812280" y="211226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Références actives</a:t>
            </a:r>
            <a:endParaRPr lang="fr-FR" sz="900" noProof="0"/>
          </a:p>
        </p:txBody>
      </p:sp>
      <p:sp>
        <p:nvSpPr>
          <p:cNvPr id="29" name="Shape 27"/>
          <p:cNvSpPr/>
          <p:nvPr/>
        </p:nvSpPr>
        <p:spPr>
          <a:xfrm>
            <a:off x="274320" y="265176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30" name="Shape 28"/>
          <p:cNvSpPr/>
          <p:nvPr/>
        </p:nvSpPr>
        <p:spPr>
          <a:xfrm>
            <a:off x="274320" y="2651760"/>
            <a:ext cx="1965960" cy="50292"/>
          </a:xfrm>
          <a:prstGeom prst="rect">
            <a:avLst/>
          </a:prstGeom>
          <a:solidFill>
            <a:srgbClr val="0D6E8A"/>
          </a:solidFill>
          <a:ln/>
        </p:spPr>
        <p:txBody>
          <a:bodyPr/>
          <a:lstStyle/>
          <a:p>
            <a:endParaRPr lang="fr-FR" noProof="0"/>
          </a:p>
        </p:txBody>
      </p:sp>
      <p:sp>
        <p:nvSpPr>
          <p:cNvPr id="31" name="Text 29"/>
          <p:cNvSpPr/>
          <p:nvPr/>
        </p:nvSpPr>
        <p:spPr>
          <a:xfrm>
            <a:off x="365760" y="2816352"/>
            <a:ext cx="1783080" cy="548640"/>
          </a:xfrm>
          <a:prstGeom prst="rect">
            <a:avLst/>
          </a:prstGeom>
          <a:noFill/>
          <a:ln/>
        </p:spPr>
        <p:txBody>
          <a:bodyPr wrap="square" lIns="0" tIns="0" rIns="0" bIns="0" rtlCol="0" anchor="ctr"/>
          <a:lstStyle/>
          <a:p>
            <a:pPr marL="0" indent="0" algn="ctr">
              <a:buNone/>
            </a:pPr>
            <a:r>
              <a:rPr lang="fr-FR" sz="2400" b="1" noProof="0">
                <a:solidFill>
                  <a:srgbClr val="0D6E8A"/>
                </a:solidFill>
                <a:latin typeface="Calibri" pitchFamily="34" charset="0"/>
                <a:ea typeface="Calibri" pitchFamily="34" charset="-122"/>
                <a:cs typeface="Calibri" pitchFamily="34" charset="-120"/>
              </a:rPr>
              <a:t>11,14 M€</a:t>
            </a:r>
            <a:endParaRPr lang="fr-FR" sz="2400" noProof="0"/>
          </a:p>
        </p:txBody>
      </p:sp>
      <p:sp>
        <p:nvSpPr>
          <p:cNvPr id="32" name="Text 30"/>
          <p:cNvSpPr/>
          <p:nvPr/>
        </p:nvSpPr>
        <p:spPr>
          <a:xfrm>
            <a:off x="365760" y="336499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CA BtoC</a:t>
            </a:r>
            <a:endParaRPr lang="fr-FR" sz="1000" noProof="0"/>
          </a:p>
        </p:txBody>
      </p:sp>
      <p:sp>
        <p:nvSpPr>
          <p:cNvPr id="33" name="Text 31"/>
          <p:cNvSpPr/>
          <p:nvPr/>
        </p:nvSpPr>
        <p:spPr>
          <a:xfrm>
            <a:off x="365760" y="362102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92,6 % du CA total</a:t>
            </a:r>
            <a:endParaRPr lang="fr-FR" sz="900" noProof="0"/>
          </a:p>
        </p:txBody>
      </p:sp>
      <p:sp>
        <p:nvSpPr>
          <p:cNvPr id="34" name="Shape 32"/>
          <p:cNvSpPr/>
          <p:nvPr/>
        </p:nvSpPr>
        <p:spPr>
          <a:xfrm>
            <a:off x="2423160" y="265176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35" name="Shape 33"/>
          <p:cNvSpPr/>
          <p:nvPr/>
        </p:nvSpPr>
        <p:spPr>
          <a:xfrm>
            <a:off x="2423160" y="2651760"/>
            <a:ext cx="1965960" cy="50292"/>
          </a:xfrm>
          <a:prstGeom prst="rect">
            <a:avLst/>
          </a:prstGeom>
          <a:solidFill>
            <a:srgbClr val="1B2A4A"/>
          </a:solidFill>
          <a:ln/>
        </p:spPr>
        <p:txBody>
          <a:bodyPr/>
          <a:lstStyle/>
          <a:p>
            <a:endParaRPr lang="fr-FR" noProof="0"/>
          </a:p>
        </p:txBody>
      </p:sp>
      <p:sp>
        <p:nvSpPr>
          <p:cNvPr id="36" name="Text 34"/>
          <p:cNvSpPr/>
          <p:nvPr/>
        </p:nvSpPr>
        <p:spPr>
          <a:xfrm>
            <a:off x="2514600" y="2816352"/>
            <a:ext cx="1783080" cy="548640"/>
          </a:xfrm>
          <a:prstGeom prst="rect">
            <a:avLst/>
          </a:prstGeom>
          <a:noFill/>
          <a:ln/>
        </p:spPr>
        <p:txBody>
          <a:bodyPr wrap="square" lIns="0" tIns="0" rIns="0" bIns="0" rtlCol="0" anchor="ctr"/>
          <a:lstStyle/>
          <a:p>
            <a:pPr marL="0" indent="0" algn="ctr">
              <a:buNone/>
            </a:pPr>
            <a:r>
              <a:rPr lang="fr-FR" sz="2400" b="1" noProof="0">
                <a:solidFill>
                  <a:srgbClr val="1B2A4A"/>
                </a:solidFill>
                <a:latin typeface="Calibri" pitchFamily="34" charset="0"/>
                <a:ea typeface="Calibri" pitchFamily="34" charset="-122"/>
                <a:cs typeface="Calibri" pitchFamily="34" charset="-120"/>
              </a:rPr>
              <a:t>884 K€</a:t>
            </a:r>
            <a:endParaRPr lang="fr-FR" sz="2400" noProof="0"/>
          </a:p>
        </p:txBody>
      </p:sp>
      <p:sp>
        <p:nvSpPr>
          <p:cNvPr id="37" name="Text 35"/>
          <p:cNvSpPr/>
          <p:nvPr/>
        </p:nvSpPr>
        <p:spPr>
          <a:xfrm>
            <a:off x="2514600" y="336499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CA BtoB</a:t>
            </a:r>
            <a:endParaRPr lang="fr-FR" sz="1000" noProof="0"/>
          </a:p>
        </p:txBody>
      </p:sp>
      <p:sp>
        <p:nvSpPr>
          <p:cNvPr id="38" name="Text 36"/>
          <p:cNvSpPr/>
          <p:nvPr/>
        </p:nvSpPr>
        <p:spPr>
          <a:xfrm>
            <a:off x="2514600" y="362102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7,4 % du CA total</a:t>
            </a:r>
            <a:endParaRPr lang="fr-FR" sz="900" noProof="0"/>
          </a:p>
        </p:txBody>
      </p:sp>
      <p:sp>
        <p:nvSpPr>
          <p:cNvPr id="39" name="Shape 37"/>
          <p:cNvSpPr/>
          <p:nvPr/>
        </p:nvSpPr>
        <p:spPr>
          <a:xfrm>
            <a:off x="4572000" y="265176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40" name="Shape 38"/>
          <p:cNvSpPr/>
          <p:nvPr/>
        </p:nvSpPr>
        <p:spPr>
          <a:xfrm>
            <a:off x="4572000" y="2651760"/>
            <a:ext cx="1965960" cy="50292"/>
          </a:xfrm>
          <a:prstGeom prst="rect">
            <a:avLst/>
          </a:prstGeom>
          <a:solidFill>
            <a:srgbClr val="E8A020"/>
          </a:solidFill>
          <a:ln/>
        </p:spPr>
        <p:txBody>
          <a:bodyPr/>
          <a:lstStyle/>
          <a:p>
            <a:endParaRPr lang="fr-FR" noProof="0"/>
          </a:p>
        </p:txBody>
      </p:sp>
      <p:sp>
        <p:nvSpPr>
          <p:cNvPr id="41" name="Text 39"/>
          <p:cNvSpPr/>
          <p:nvPr/>
        </p:nvSpPr>
        <p:spPr>
          <a:xfrm>
            <a:off x="4663440" y="2816352"/>
            <a:ext cx="1783080" cy="548640"/>
          </a:xfrm>
          <a:prstGeom prst="rect">
            <a:avLst/>
          </a:prstGeom>
          <a:noFill/>
          <a:ln/>
        </p:spPr>
        <p:txBody>
          <a:bodyPr wrap="square" lIns="0" tIns="0" rIns="0" bIns="0" rtlCol="0" anchor="ctr"/>
          <a:lstStyle/>
          <a:p>
            <a:pPr marL="0" indent="0" algn="ctr">
              <a:buNone/>
            </a:pPr>
            <a:r>
              <a:rPr lang="fr-FR" sz="2400" b="1" noProof="0" err="1">
                <a:solidFill>
                  <a:srgbClr val="E8A020"/>
                </a:solidFill>
                <a:latin typeface="Calibri" pitchFamily="34" charset="0"/>
                <a:ea typeface="Calibri" pitchFamily="34" charset="-122"/>
                <a:cs typeface="Calibri" pitchFamily="34" charset="-120"/>
              </a:rPr>
              <a:t>Catég</a:t>
            </a:r>
            <a:r>
              <a:rPr lang="fr-FR" sz="2400" b="1" noProof="0">
                <a:solidFill>
                  <a:srgbClr val="E8A020"/>
                </a:solidFill>
                <a:latin typeface="Calibri" pitchFamily="34" charset="0"/>
                <a:ea typeface="Calibri" pitchFamily="34" charset="-122"/>
                <a:cs typeface="Calibri" pitchFamily="34" charset="-120"/>
              </a:rPr>
              <a:t>. 1</a:t>
            </a:r>
            <a:endParaRPr lang="fr-FR" sz="2400" noProof="0"/>
          </a:p>
        </p:txBody>
      </p:sp>
      <p:sp>
        <p:nvSpPr>
          <p:cNvPr id="42" name="Text 40"/>
          <p:cNvSpPr/>
          <p:nvPr/>
        </p:nvSpPr>
        <p:spPr>
          <a:xfrm>
            <a:off x="4663440" y="336499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Catégorie phare</a:t>
            </a:r>
            <a:endParaRPr lang="fr-FR" sz="1000" noProof="0"/>
          </a:p>
        </p:txBody>
      </p:sp>
      <p:sp>
        <p:nvSpPr>
          <p:cNvPr id="43" name="Text 41"/>
          <p:cNvSpPr/>
          <p:nvPr/>
        </p:nvSpPr>
        <p:spPr>
          <a:xfrm>
            <a:off x="4663440" y="362102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4,52 M€ de CA BtoC</a:t>
            </a:r>
            <a:endParaRPr lang="fr-FR" sz="900" noProof="0"/>
          </a:p>
        </p:txBody>
      </p:sp>
      <p:sp>
        <p:nvSpPr>
          <p:cNvPr id="44" name="Shape 42"/>
          <p:cNvSpPr/>
          <p:nvPr/>
        </p:nvSpPr>
        <p:spPr>
          <a:xfrm>
            <a:off x="6720840" y="2651760"/>
            <a:ext cx="1965960" cy="132588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45" name="Shape 43"/>
          <p:cNvSpPr/>
          <p:nvPr/>
        </p:nvSpPr>
        <p:spPr>
          <a:xfrm>
            <a:off x="6720840" y="2651760"/>
            <a:ext cx="1965960" cy="50292"/>
          </a:xfrm>
          <a:prstGeom prst="rect">
            <a:avLst/>
          </a:prstGeom>
          <a:solidFill>
            <a:srgbClr val="0D6E8A"/>
          </a:solidFill>
          <a:ln/>
        </p:spPr>
        <p:txBody>
          <a:bodyPr/>
          <a:lstStyle/>
          <a:p>
            <a:endParaRPr lang="fr-FR" noProof="0"/>
          </a:p>
        </p:txBody>
      </p:sp>
      <p:sp>
        <p:nvSpPr>
          <p:cNvPr id="46" name="Text 44"/>
          <p:cNvSpPr/>
          <p:nvPr/>
        </p:nvSpPr>
        <p:spPr>
          <a:xfrm>
            <a:off x="6812280" y="2816352"/>
            <a:ext cx="1783080" cy="548640"/>
          </a:xfrm>
          <a:prstGeom prst="rect">
            <a:avLst/>
          </a:prstGeom>
          <a:noFill/>
          <a:ln/>
        </p:spPr>
        <p:txBody>
          <a:bodyPr wrap="square" lIns="0" tIns="0" rIns="0" bIns="0" rtlCol="0" anchor="ctr"/>
          <a:lstStyle/>
          <a:p>
            <a:pPr marL="0" indent="0" algn="ctr">
              <a:buNone/>
            </a:pPr>
            <a:r>
              <a:rPr lang="fr-FR" sz="2400" b="1" noProof="0">
                <a:solidFill>
                  <a:srgbClr val="0D6E8A"/>
                </a:solidFill>
                <a:latin typeface="Calibri" pitchFamily="34" charset="0"/>
                <a:ea typeface="Calibri" pitchFamily="34" charset="-122"/>
                <a:cs typeface="Calibri" pitchFamily="34" charset="-120"/>
              </a:rPr>
              <a:t>2_159</a:t>
            </a:r>
            <a:endParaRPr lang="fr-FR" sz="2400" noProof="0"/>
          </a:p>
        </p:txBody>
      </p:sp>
      <p:sp>
        <p:nvSpPr>
          <p:cNvPr id="47" name="Text 45"/>
          <p:cNvSpPr/>
          <p:nvPr/>
        </p:nvSpPr>
        <p:spPr>
          <a:xfrm>
            <a:off x="6812280" y="3364992"/>
            <a:ext cx="1783080" cy="274320"/>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Top produit</a:t>
            </a:r>
            <a:endParaRPr lang="fr-FR" sz="1000" noProof="0"/>
          </a:p>
        </p:txBody>
      </p:sp>
      <p:sp>
        <p:nvSpPr>
          <p:cNvPr id="48" name="Text 46"/>
          <p:cNvSpPr/>
          <p:nvPr/>
        </p:nvSpPr>
        <p:spPr>
          <a:xfrm>
            <a:off x="6812280" y="3621024"/>
            <a:ext cx="1783080" cy="201168"/>
          </a:xfrm>
          <a:prstGeom prst="rect">
            <a:avLst/>
          </a:prstGeom>
          <a:noFill/>
          <a:ln/>
        </p:spPr>
        <p:txBody>
          <a:bodyPr wrap="square" lIns="0" tIns="0" rIns="0" bIns="0" rtlCol="0" anchor="ctr"/>
          <a:lstStyle/>
          <a:p>
            <a:pPr marL="0" indent="0" algn="ctr">
              <a:buNone/>
            </a:pPr>
            <a:r>
              <a:rPr lang="fr-FR" sz="900" noProof="0">
                <a:solidFill>
                  <a:srgbClr val="4A5568"/>
                </a:solidFill>
                <a:latin typeface="Calibri" pitchFamily="34" charset="0"/>
                <a:ea typeface="Calibri" pitchFamily="34" charset="-122"/>
                <a:cs typeface="Calibri" pitchFamily="34" charset="-120"/>
              </a:rPr>
              <a:t>91 098 € de CA</a:t>
            </a:r>
            <a:endParaRPr lang="fr-FR" sz="900" noProof="0"/>
          </a:p>
        </p:txBody>
      </p:sp>
      <p:sp>
        <p:nvSpPr>
          <p:cNvPr id="49" name="Text 47"/>
          <p:cNvSpPr/>
          <p:nvPr/>
        </p:nvSpPr>
        <p:spPr>
          <a:xfrm>
            <a:off x="274320" y="4206240"/>
            <a:ext cx="8595360" cy="256032"/>
          </a:xfrm>
          <a:prstGeom prst="rect">
            <a:avLst/>
          </a:prstGeom>
          <a:noFill/>
          <a:ln/>
        </p:spPr>
        <p:txBody>
          <a:bodyPr wrap="square" lIns="0" tIns="0" rIns="0" bIns="0" rtlCol="0" anchor="ctr"/>
          <a:lstStyle/>
          <a:p>
            <a:pPr marL="0" indent="0" algn="ctr">
              <a:buNone/>
            </a:pPr>
            <a:r>
              <a:rPr lang="fr-FR" sz="900" i="1" noProof="0">
                <a:solidFill>
                  <a:srgbClr val="4A5568"/>
                </a:solidFill>
                <a:latin typeface="Calibri" pitchFamily="34" charset="0"/>
                <a:ea typeface="Calibri" pitchFamily="34" charset="-122"/>
                <a:cs typeface="Calibri" pitchFamily="34" charset="-120"/>
              </a:rPr>
              <a:t>Données issues de 687 534 transactions — périmètre mars 2021 à février 2023</a:t>
            </a:r>
            <a:endParaRPr lang="fr-FR" sz="900" noProof="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02 — Évolution du CA mensuel BtoC</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Chiffre d'affaires mensuel et moyenne mobile sur 3 mois</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4</a:t>
            </a:r>
            <a:endParaRPr lang="fr-FR" sz="800" noProof="0"/>
          </a:p>
        </p:txBody>
      </p:sp>
      <p:sp>
        <p:nvSpPr>
          <p:cNvPr id="10" name="Shape 7"/>
          <p:cNvSpPr/>
          <p:nvPr/>
        </p:nvSpPr>
        <p:spPr>
          <a:xfrm>
            <a:off x="6858000" y="1097280"/>
            <a:ext cx="2011680"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1" name="Shape 8"/>
          <p:cNvSpPr/>
          <p:nvPr/>
        </p:nvSpPr>
        <p:spPr>
          <a:xfrm>
            <a:off x="6858000" y="1097280"/>
            <a:ext cx="2011680" cy="50292"/>
          </a:xfrm>
          <a:prstGeom prst="rect">
            <a:avLst/>
          </a:prstGeom>
          <a:solidFill>
            <a:srgbClr val="0D6E8A"/>
          </a:solidFill>
          <a:ln/>
        </p:spPr>
        <p:txBody>
          <a:bodyPr/>
          <a:lstStyle/>
          <a:p>
            <a:endParaRPr lang="fr-FR" noProof="0"/>
          </a:p>
        </p:txBody>
      </p:sp>
      <p:sp>
        <p:nvSpPr>
          <p:cNvPr id="12" name="Text 9"/>
          <p:cNvSpPr/>
          <p:nvPr/>
        </p:nvSpPr>
        <p:spPr>
          <a:xfrm>
            <a:off x="6967728" y="1170432"/>
            <a:ext cx="1828800" cy="292608"/>
          </a:xfrm>
          <a:prstGeom prst="rect">
            <a:avLst/>
          </a:prstGeom>
          <a:noFill/>
          <a:ln/>
        </p:spPr>
        <p:txBody>
          <a:bodyPr wrap="square" lIns="0" tIns="0" rIns="0" bIns="0" rtlCol="0" anchor="ctr"/>
          <a:lstStyle/>
          <a:p>
            <a:pPr marL="0" indent="0">
              <a:buNone/>
            </a:pPr>
            <a:r>
              <a:rPr lang="fr-FR" sz="1100" b="1" noProof="0">
                <a:solidFill>
                  <a:srgbClr val="1B2A4A"/>
                </a:solidFill>
                <a:latin typeface="Calibri" pitchFamily="34" charset="0"/>
                <a:ea typeface="Calibri" pitchFamily="34" charset="-122"/>
                <a:cs typeface="Calibri" pitchFamily="34" charset="-120"/>
              </a:rPr>
              <a:t>Points clés</a:t>
            </a:r>
            <a:endParaRPr lang="fr-FR" sz="1100" noProof="0"/>
          </a:p>
        </p:txBody>
      </p:sp>
      <p:sp>
        <p:nvSpPr>
          <p:cNvPr id="13" name="Shape 10"/>
          <p:cNvSpPr/>
          <p:nvPr/>
        </p:nvSpPr>
        <p:spPr>
          <a:xfrm>
            <a:off x="6995160" y="1787652"/>
            <a:ext cx="73152" cy="73152"/>
          </a:xfrm>
          <a:prstGeom prst="rect">
            <a:avLst/>
          </a:prstGeom>
          <a:solidFill>
            <a:srgbClr val="0D6E8A"/>
          </a:solidFill>
          <a:ln/>
        </p:spPr>
        <p:txBody>
          <a:bodyPr/>
          <a:lstStyle/>
          <a:p>
            <a:endParaRPr lang="fr-FR" noProof="0"/>
          </a:p>
        </p:txBody>
      </p:sp>
      <p:sp>
        <p:nvSpPr>
          <p:cNvPr id="14" name="Text 11"/>
          <p:cNvSpPr/>
          <p:nvPr/>
        </p:nvSpPr>
        <p:spPr>
          <a:xfrm>
            <a:off x="7150608" y="1572768"/>
            <a:ext cx="1600200" cy="502920"/>
          </a:xfrm>
          <a:prstGeom prst="rect">
            <a:avLst/>
          </a:prstGeom>
          <a:noFill/>
          <a:ln/>
        </p:spPr>
        <p:txBody>
          <a:bodyPr wrap="square" lIns="0" tIns="0" rIns="0" bIns="0" rtlCol="0" anchor="ctr"/>
          <a:lstStyle/>
          <a:p>
            <a:pPr marL="0" indent="0">
              <a:buNone/>
            </a:pPr>
            <a:r>
              <a:rPr lang="fr-FR" sz="950" noProof="0">
                <a:solidFill>
                  <a:srgbClr val="4A5568"/>
                </a:solidFill>
                <a:latin typeface="Calibri" pitchFamily="34" charset="0"/>
                <a:ea typeface="Calibri" pitchFamily="34" charset="-122"/>
                <a:cs typeface="Calibri" pitchFamily="34" charset="-120"/>
              </a:rPr>
              <a:t>CA entre 421 K€ et 493 K€/mois</a:t>
            </a:r>
            <a:endParaRPr lang="fr-FR" sz="950" noProof="0"/>
          </a:p>
        </p:txBody>
      </p:sp>
      <p:sp>
        <p:nvSpPr>
          <p:cNvPr id="15" name="Shape 12"/>
          <p:cNvSpPr/>
          <p:nvPr/>
        </p:nvSpPr>
        <p:spPr>
          <a:xfrm>
            <a:off x="6992353" y="2354580"/>
            <a:ext cx="73152" cy="73152"/>
          </a:xfrm>
          <a:prstGeom prst="rect">
            <a:avLst/>
          </a:prstGeom>
          <a:solidFill>
            <a:srgbClr val="0D6E8A"/>
          </a:solidFill>
          <a:ln/>
        </p:spPr>
        <p:txBody>
          <a:bodyPr/>
          <a:lstStyle/>
          <a:p>
            <a:endParaRPr lang="fr-FR" noProof="0"/>
          </a:p>
        </p:txBody>
      </p:sp>
      <p:sp>
        <p:nvSpPr>
          <p:cNvPr id="16" name="Text 13"/>
          <p:cNvSpPr/>
          <p:nvPr/>
        </p:nvSpPr>
        <p:spPr>
          <a:xfrm>
            <a:off x="7150608" y="2144268"/>
            <a:ext cx="1600200" cy="502920"/>
          </a:xfrm>
          <a:prstGeom prst="rect">
            <a:avLst/>
          </a:prstGeom>
          <a:noFill/>
          <a:ln/>
        </p:spPr>
        <p:txBody>
          <a:bodyPr wrap="square" lIns="0" tIns="0" rIns="0" bIns="0" rtlCol="0" anchor="ctr"/>
          <a:lstStyle/>
          <a:p>
            <a:pPr marL="0" indent="0">
              <a:buNone/>
            </a:pPr>
            <a:r>
              <a:rPr lang="fr-FR" sz="950" noProof="0">
                <a:solidFill>
                  <a:srgbClr val="4A5568"/>
                </a:solidFill>
                <a:latin typeface="Calibri" pitchFamily="34" charset="0"/>
                <a:ea typeface="Calibri" pitchFamily="34" charset="-122"/>
                <a:cs typeface="Calibri" pitchFamily="34" charset="-120"/>
              </a:rPr>
              <a:t>Tendance légèrement haussière sur 2021</a:t>
            </a:r>
            <a:endParaRPr lang="fr-FR" sz="950" noProof="0"/>
          </a:p>
        </p:txBody>
      </p:sp>
      <p:sp>
        <p:nvSpPr>
          <p:cNvPr id="17" name="Shape 14"/>
          <p:cNvSpPr/>
          <p:nvPr/>
        </p:nvSpPr>
        <p:spPr>
          <a:xfrm>
            <a:off x="6995160" y="3104388"/>
            <a:ext cx="73152" cy="73152"/>
          </a:xfrm>
          <a:prstGeom prst="rect">
            <a:avLst/>
          </a:prstGeom>
          <a:solidFill>
            <a:srgbClr val="0D6E8A"/>
          </a:solidFill>
          <a:ln/>
        </p:spPr>
        <p:txBody>
          <a:bodyPr/>
          <a:lstStyle/>
          <a:p>
            <a:endParaRPr lang="fr-FR" noProof="0"/>
          </a:p>
        </p:txBody>
      </p:sp>
      <p:sp>
        <p:nvSpPr>
          <p:cNvPr id="18" name="Text 15"/>
          <p:cNvSpPr/>
          <p:nvPr/>
        </p:nvSpPr>
        <p:spPr>
          <a:xfrm>
            <a:off x="7150608" y="2889504"/>
            <a:ext cx="1600200" cy="502920"/>
          </a:xfrm>
          <a:prstGeom prst="rect">
            <a:avLst/>
          </a:prstGeom>
          <a:noFill/>
          <a:ln/>
        </p:spPr>
        <p:txBody>
          <a:bodyPr wrap="square" lIns="0" tIns="0" rIns="0" bIns="0" rtlCol="0" anchor="ctr"/>
          <a:lstStyle/>
          <a:p>
            <a:pPr marL="0" indent="0">
              <a:buNone/>
            </a:pPr>
            <a:r>
              <a:rPr lang="fr-FR" sz="950" noProof="0">
                <a:solidFill>
                  <a:srgbClr val="4A5568"/>
                </a:solidFill>
                <a:latin typeface="Calibri" pitchFamily="34" charset="0"/>
                <a:ea typeface="Calibri" pitchFamily="34" charset="-122"/>
                <a:cs typeface="Calibri" pitchFamily="34" charset="-120"/>
              </a:rPr>
              <a:t>Léger tassement début 2023</a:t>
            </a:r>
            <a:endParaRPr lang="fr-FR" sz="950" noProof="0"/>
          </a:p>
        </p:txBody>
      </p:sp>
      <p:sp>
        <p:nvSpPr>
          <p:cNvPr id="19" name="Shape 16"/>
          <p:cNvSpPr/>
          <p:nvPr/>
        </p:nvSpPr>
        <p:spPr>
          <a:xfrm>
            <a:off x="7003127" y="3762756"/>
            <a:ext cx="73152" cy="73152"/>
          </a:xfrm>
          <a:prstGeom prst="rect">
            <a:avLst/>
          </a:prstGeom>
          <a:solidFill>
            <a:srgbClr val="0D6E8A"/>
          </a:solidFill>
          <a:ln/>
        </p:spPr>
        <p:txBody>
          <a:bodyPr/>
          <a:lstStyle/>
          <a:p>
            <a:endParaRPr lang="fr-FR" noProof="0"/>
          </a:p>
        </p:txBody>
      </p:sp>
      <p:sp>
        <p:nvSpPr>
          <p:cNvPr id="20" name="Text 17"/>
          <p:cNvSpPr/>
          <p:nvPr/>
        </p:nvSpPr>
        <p:spPr>
          <a:xfrm>
            <a:off x="7150608" y="3547872"/>
            <a:ext cx="1600200" cy="502920"/>
          </a:xfrm>
          <a:prstGeom prst="rect">
            <a:avLst/>
          </a:prstGeom>
          <a:noFill/>
          <a:ln/>
        </p:spPr>
        <p:txBody>
          <a:bodyPr wrap="square" lIns="0" tIns="0" rIns="0" bIns="0" rtlCol="0" anchor="ctr"/>
          <a:lstStyle/>
          <a:p>
            <a:pPr marL="0" indent="0">
              <a:buNone/>
            </a:pPr>
            <a:r>
              <a:rPr lang="fr-FR" sz="950" noProof="0">
                <a:solidFill>
                  <a:srgbClr val="4A5568"/>
                </a:solidFill>
                <a:latin typeface="Calibri" pitchFamily="34" charset="0"/>
                <a:ea typeface="Calibri" pitchFamily="34" charset="-122"/>
                <a:cs typeface="Calibri" pitchFamily="34" charset="-120"/>
              </a:rPr>
              <a:t>Pas de décrochage sur 24 mois</a:t>
            </a:r>
            <a:endParaRPr lang="fr-FR" sz="950" noProof="0"/>
          </a:p>
        </p:txBody>
      </p:sp>
      <p:pic>
        <p:nvPicPr>
          <p:cNvPr id="22" name="Image 21">
            <a:extLst>
              <a:ext uri="{FF2B5EF4-FFF2-40B4-BE49-F238E27FC236}">
                <a16:creationId xmlns:a16="http://schemas.microsoft.com/office/drawing/2014/main" id="{256DCD9B-8FCE-6F0C-7E23-AAFF21F9B8E9}"/>
              </a:ext>
            </a:extLst>
          </p:cNvPr>
          <p:cNvPicPr>
            <a:picLocks noChangeAspect="1"/>
          </p:cNvPicPr>
          <p:nvPr/>
        </p:nvPicPr>
        <p:blipFill>
          <a:blip r:embed="rId3"/>
          <a:stretch>
            <a:fillRect/>
          </a:stretch>
        </p:blipFill>
        <p:spPr>
          <a:xfrm>
            <a:off x="309718" y="1097280"/>
            <a:ext cx="6479701"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03 — CA par catégorie de produits</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Répartition du chiffre d'affaires BtoC cumulé par catégorie</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5</a:t>
            </a:r>
            <a:endParaRPr lang="fr-FR" sz="800" noProof="0"/>
          </a:p>
        </p:txBody>
      </p:sp>
      <p:sp>
        <p:nvSpPr>
          <p:cNvPr id="10" name="Shape 7"/>
          <p:cNvSpPr/>
          <p:nvPr/>
        </p:nvSpPr>
        <p:spPr>
          <a:xfrm>
            <a:off x="5806440" y="1143000"/>
            <a:ext cx="3017520" cy="107899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1" name="Shape 8"/>
          <p:cNvSpPr/>
          <p:nvPr/>
        </p:nvSpPr>
        <p:spPr>
          <a:xfrm>
            <a:off x="5806440" y="1143000"/>
            <a:ext cx="54864" cy="1078992"/>
          </a:xfrm>
          <a:prstGeom prst="rect">
            <a:avLst/>
          </a:prstGeom>
          <a:solidFill>
            <a:srgbClr val="1B2A4A"/>
          </a:solidFill>
          <a:ln/>
        </p:spPr>
        <p:txBody>
          <a:bodyPr/>
          <a:lstStyle/>
          <a:p>
            <a:endParaRPr lang="fr-FR" noProof="0"/>
          </a:p>
        </p:txBody>
      </p:sp>
      <p:sp>
        <p:nvSpPr>
          <p:cNvPr id="12" name="Text 9"/>
          <p:cNvSpPr/>
          <p:nvPr/>
        </p:nvSpPr>
        <p:spPr>
          <a:xfrm>
            <a:off x="5971032" y="1234440"/>
            <a:ext cx="2743200" cy="274320"/>
          </a:xfrm>
          <a:prstGeom prst="rect">
            <a:avLst/>
          </a:prstGeom>
          <a:noFill/>
          <a:ln/>
        </p:spPr>
        <p:txBody>
          <a:bodyPr wrap="square" lIns="0" tIns="0" rIns="0" bIns="0" rtlCol="0" anchor="ctr"/>
          <a:lstStyle/>
          <a:p>
            <a:pPr marL="0" indent="0">
              <a:buNone/>
            </a:pPr>
            <a:r>
              <a:rPr lang="fr-FR" sz="1100" b="1" noProof="0">
                <a:solidFill>
                  <a:srgbClr val="1B2A4A"/>
                </a:solidFill>
                <a:latin typeface="Calibri" pitchFamily="34" charset="0"/>
                <a:ea typeface="Calibri" pitchFamily="34" charset="-122"/>
                <a:cs typeface="Calibri" pitchFamily="34" charset="-120"/>
              </a:rPr>
              <a:t>Catégorie 0</a:t>
            </a:r>
            <a:endParaRPr lang="fr-FR" sz="1100" noProof="0"/>
          </a:p>
        </p:txBody>
      </p:sp>
      <p:sp>
        <p:nvSpPr>
          <p:cNvPr id="13" name="Text 10"/>
          <p:cNvSpPr/>
          <p:nvPr/>
        </p:nvSpPr>
        <p:spPr>
          <a:xfrm>
            <a:off x="5971032" y="1527048"/>
            <a:ext cx="1828800" cy="36576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4,12 M€</a:t>
            </a:r>
            <a:endParaRPr lang="fr-FR" sz="2200" noProof="0"/>
          </a:p>
        </p:txBody>
      </p:sp>
      <p:sp>
        <p:nvSpPr>
          <p:cNvPr id="14" name="Text 11"/>
          <p:cNvSpPr/>
          <p:nvPr/>
        </p:nvSpPr>
        <p:spPr>
          <a:xfrm>
            <a:off x="5971032" y="1892808"/>
            <a:ext cx="2560320" cy="2286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37,0 % du CA total BtoC</a:t>
            </a:r>
            <a:endParaRPr lang="fr-FR" sz="1000" noProof="0"/>
          </a:p>
        </p:txBody>
      </p:sp>
      <p:sp>
        <p:nvSpPr>
          <p:cNvPr id="15" name="Shape 12"/>
          <p:cNvSpPr/>
          <p:nvPr/>
        </p:nvSpPr>
        <p:spPr>
          <a:xfrm>
            <a:off x="5806440" y="2377440"/>
            <a:ext cx="3017520" cy="1078992"/>
          </a:xfrm>
          <a:prstGeom prst="rect">
            <a:avLst/>
          </a:prstGeom>
          <a:solidFill>
            <a:srgbClr val="FFFFFF"/>
          </a:solidFill>
          <a:ln w="19050">
            <a:solidFill>
              <a:srgbClr val="0D6E8A"/>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6" name="Shape 13"/>
          <p:cNvSpPr/>
          <p:nvPr/>
        </p:nvSpPr>
        <p:spPr>
          <a:xfrm>
            <a:off x="5806440" y="2377440"/>
            <a:ext cx="54864" cy="1078992"/>
          </a:xfrm>
          <a:prstGeom prst="rect">
            <a:avLst/>
          </a:prstGeom>
          <a:solidFill>
            <a:srgbClr val="0D6E8A"/>
          </a:solidFill>
          <a:ln/>
        </p:spPr>
        <p:txBody>
          <a:bodyPr/>
          <a:lstStyle/>
          <a:p>
            <a:endParaRPr lang="fr-FR" noProof="0"/>
          </a:p>
        </p:txBody>
      </p:sp>
      <p:sp>
        <p:nvSpPr>
          <p:cNvPr id="17" name="Shape 14"/>
          <p:cNvSpPr/>
          <p:nvPr/>
        </p:nvSpPr>
        <p:spPr>
          <a:xfrm>
            <a:off x="7863840" y="2468880"/>
            <a:ext cx="868680" cy="228600"/>
          </a:xfrm>
          <a:prstGeom prst="rect">
            <a:avLst/>
          </a:prstGeom>
          <a:solidFill>
            <a:srgbClr val="0D6E8A"/>
          </a:solidFill>
          <a:ln/>
        </p:spPr>
        <p:txBody>
          <a:bodyPr/>
          <a:lstStyle/>
          <a:p>
            <a:endParaRPr lang="fr-FR" noProof="0"/>
          </a:p>
        </p:txBody>
      </p:sp>
      <p:sp>
        <p:nvSpPr>
          <p:cNvPr id="18" name="Text 15"/>
          <p:cNvSpPr/>
          <p:nvPr/>
        </p:nvSpPr>
        <p:spPr>
          <a:xfrm>
            <a:off x="7863840" y="2468880"/>
            <a:ext cx="868680" cy="228600"/>
          </a:xfrm>
          <a:prstGeom prst="rect">
            <a:avLst/>
          </a:prstGeom>
          <a:noFill/>
          <a:ln/>
        </p:spPr>
        <p:txBody>
          <a:bodyPr wrap="square" lIns="0" tIns="0" rIns="0" bIns="0" rtlCol="0" anchor="ctr"/>
          <a:lstStyle/>
          <a:p>
            <a:pPr marL="0" indent="0" algn="ctr">
              <a:buNone/>
            </a:pPr>
            <a:r>
              <a:rPr lang="fr-FR" sz="800" b="1" noProof="0">
                <a:solidFill>
                  <a:srgbClr val="FFFFFF"/>
                </a:solidFill>
                <a:latin typeface="Calibri" pitchFamily="34" charset="0"/>
                <a:ea typeface="Calibri" pitchFamily="34" charset="-122"/>
                <a:cs typeface="Calibri" pitchFamily="34" charset="-120"/>
              </a:rPr>
              <a:t>▲ Leader</a:t>
            </a:r>
            <a:endParaRPr lang="fr-FR" sz="800" noProof="0"/>
          </a:p>
        </p:txBody>
      </p:sp>
      <p:sp>
        <p:nvSpPr>
          <p:cNvPr id="19" name="Text 16"/>
          <p:cNvSpPr/>
          <p:nvPr/>
        </p:nvSpPr>
        <p:spPr>
          <a:xfrm>
            <a:off x="5971032" y="2468880"/>
            <a:ext cx="1828800" cy="274320"/>
          </a:xfrm>
          <a:prstGeom prst="rect">
            <a:avLst/>
          </a:prstGeom>
          <a:noFill/>
          <a:ln/>
        </p:spPr>
        <p:txBody>
          <a:bodyPr wrap="square" lIns="0" tIns="0" rIns="0" bIns="0" rtlCol="0" anchor="ctr"/>
          <a:lstStyle/>
          <a:p>
            <a:pPr marL="0" indent="0">
              <a:buNone/>
            </a:pPr>
            <a:r>
              <a:rPr lang="fr-FR" sz="1100" b="1" noProof="0">
                <a:solidFill>
                  <a:srgbClr val="1B2A4A"/>
                </a:solidFill>
                <a:latin typeface="Calibri" pitchFamily="34" charset="0"/>
                <a:ea typeface="Calibri" pitchFamily="34" charset="-122"/>
                <a:cs typeface="Calibri" pitchFamily="34" charset="-120"/>
              </a:rPr>
              <a:t>Catégorie 1</a:t>
            </a:r>
            <a:endParaRPr lang="fr-FR" sz="1100" noProof="0"/>
          </a:p>
        </p:txBody>
      </p:sp>
      <p:sp>
        <p:nvSpPr>
          <p:cNvPr id="20" name="Text 17"/>
          <p:cNvSpPr/>
          <p:nvPr/>
        </p:nvSpPr>
        <p:spPr>
          <a:xfrm>
            <a:off x="5971032" y="2761488"/>
            <a:ext cx="1828800" cy="365760"/>
          </a:xfrm>
          <a:prstGeom prst="rect">
            <a:avLst/>
          </a:prstGeom>
          <a:noFill/>
          <a:ln/>
        </p:spPr>
        <p:txBody>
          <a:bodyPr wrap="square" lIns="0" tIns="0" rIns="0" bIns="0" rtlCol="0" anchor="ctr"/>
          <a:lstStyle/>
          <a:p>
            <a:pPr marL="0" indent="0">
              <a:buNone/>
            </a:pPr>
            <a:r>
              <a:rPr lang="fr-FR" sz="2200" b="1" noProof="0">
                <a:solidFill>
                  <a:srgbClr val="0D6E8A"/>
                </a:solidFill>
                <a:latin typeface="Calibri" pitchFamily="34" charset="0"/>
                <a:ea typeface="Calibri" pitchFamily="34" charset="-122"/>
                <a:cs typeface="Calibri" pitchFamily="34" charset="-120"/>
              </a:rPr>
              <a:t>4,52 M€</a:t>
            </a:r>
            <a:endParaRPr lang="fr-FR" sz="2200" noProof="0"/>
          </a:p>
        </p:txBody>
      </p:sp>
      <p:sp>
        <p:nvSpPr>
          <p:cNvPr id="21" name="Text 18"/>
          <p:cNvSpPr/>
          <p:nvPr/>
        </p:nvSpPr>
        <p:spPr>
          <a:xfrm>
            <a:off x="5971032" y="3127248"/>
            <a:ext cx="2560320" cy="2286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40,5 % du CA total BtoC</a:t>
            </a:r>
            <a:endParaRPr lang="fr-FR" sz="1000" noProof="0"/>
          </a:p>
        </p:txBody>
      </p:sp>
      <p:sp>
        <p:nvSpPr>
          <p:cNvPr id="22" name="Shape 19"/>
          <p:cNvSpPr/>
          <p:nvPr/>
        </p:nvSpPr>
        <p:spPr>
          <a:xfrm>
            <a:off x="5806440" y="3611880"/>
            <a:ext cx="3017520" cy="107899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3" name="Shape 20"/>
          <p:cNvSpPr/>
          <p:nvPr/>
        </p:nvSpPr>
        <p:spPr>
          <a:xfrm>
            <a:off x="5806440" y="3611880"/>
            <a:ext cx="54864" cy="1078992"/>
          </a:xfrm>
          <a:prstGeom prst="rect">
            <a:avLst/>
          </a:prstGeom>
          <a:solidFill>
            <a:srgbClr val="E8A020"/>
          </a:solidFill>
          <a:ln/>
        </p:spPr>
        <p:txBody>
          <a:bodyPr/>
          <a:lstStyle/>
          <a:p>
            <a:endParaRPr lang="fr-FR" noProof="0"/>
          </a:p>
        </p:txBody>
      </p:sp>
      <p:sp>
        <p:nvSpPr>
          <p:cNvPr id="24" name="Text 21"/>
          <p:cNvSpPr/>
          <p:nvPr/>
        </p:nvSpPr>
        <p:spPr>
          <a:xfrm>
            <a:off x="5971032" y="3703320"/>
            <a:ext cx="2743200" cy="274320"/>
          </a:xfrm>
          <a:prstGeom prst="rect">
            <a:avLst/>
          </a:prstGeom>
          <a:noFill/>
          <a:ln/>
        </p:spPr>
        <p:txBody>
          <a:bodyPr wrap="square" lIns="0" tIns="0" rIns="0" bIns="0" rtlCol="0" anchor="ctr"/>
          <a:lstStyle/>
          <a:p>
            <a:pPr marL="0" indent="0">
              <a:buNone/>
            </a:pPr>
            <a:r>
              <a:rPr lang="fr-FR" sz="1100" b="1" noProof="0">
                <a:solidFill>
                  <a:srgbClr val="1B2A4A"/>
                </a:solidFill>
                <a:latin typeface="Calibri" pitchFamily="34" charset="0"/>
                <a:ea typeface="Calibri" pitchFamily="34" charset="-122"/>
                <a:cs typeface="Calibri" pitchFamily="34" charset="-120"/>
              </a:rPr>
              <a:t>Catégorie 2</a:t>
            </a:r>
            <a:endParaRPr lang="fr-FR" sz="1100" noProof="0"/>
          </a:p>
        </p:txBody>
      </p:sp>
      <p:sp>
        <p:nvSpPr>
          <p:cNvPr id="25" name="Text 22"/>
          <p:cNvSpPr/>
          <p:nvPr/>
        </p:nvSpPr>
        <p:spPr>
          <a:xfrm>
            <a:off x="5971032" y="3995928"/>
            <a:ext cx="1828800" cy="365760"/>
          </a:xfrm>
          <a:prstGeom prst="rect">
            <a:avLst/>
          </a:prstGeom>
          <a:noFill/>
          <a:ln/>
        </p:spPr>
        <p:txBody>
          <a:bodyPr wrap="square" lIns="0" tIns="0" rIns="0" bIns="0" rtlCol="0" anchor="ctr"/>
          <a:lstStyle/>
          <a:p>
            <a:pPr marL="0" indent="0">
              <a:buNone/>
            </a:pPr>
            <a:r>
              <a:rPr lang="fr-FR" sz="2200" b="1" noProof="0">
                <a:solidFill>
                  <a:srgbClr val="E8A020"/>
                </a:solidFill>
                <a:latin typeface="Calibri" pitchFamily="34" charset="0"/>
                <a:ea typeface="Calibri" pitchFamily="34" charset="-122"/>
                <a:cs typeface="Calibri" pitchFamily="34" charset="-120"/>
              </a:rPr>
              <a:t>2,50 M€</a:t>
            </a:r>
            <a:endParaRPr lang="fr-FR" sz="2200" noProof="0"/>
          </a:p>
        </p:txBody>
      </p:sp>
      <p:sp>
        <p:nvSpPr>
          <p:cNvPr id="26" name="Text 23"/>
          <p:cNvSpPr/>
          <p:nvPr/>
        </p:nvSpPr>
        <p:spPr>
          <a:xfrm>
            <a:off x="5971032" y="4361688"/>
            <a:ext cx="2560320" cy="2286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22,5 % du CA total BtoC</a:t>
            </a:r>
            <a:endParaRPr lang="fr-FR" sz="1000" noProof="0"/>
          </a:p>
        </p:txBody>
      </p:sp>
      <p:pic>
        <p:nvPicPr>
          <p:cNvPr id="30" name="Image 29">
            <a:extLst>
              <a:ext uri="{FF2B5EF4-FFF2-40B4-BE49-F238E27FC236}">
                <a16:creationId xmlns:a16="http://schemas.microsoft.com/office/drawing/2014/main" id="{D449E353-44E9-097A-FB64-0B9011A97236}"/>
              </a:ext>
            </a:extLst>
          </p:cNvPr>
          <p:cNvPicPr>
            <a:picLocks noChangeAspect="1"/>
          </p:cNvPicPr>
          <p:nvPr/>
        </p:nvPicPr>
        <p:blipFill>
          <a:blip r:embed="rId3"/>
          <a:srcRect/>
          <a:stretch/>
        </p:blipFill>
        <p:spPr>
          <a:xfrm>
            <a:off x="320040" y="1143000"/>
            <a:ext cx="5422392" cy="354787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04 — Répartition du catalogue par catégorie</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Analyse de l'efficacité du catalogue : volume de produits vs CA généré</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6</a:t>
            </a:r>
            <a:endParaRPr lang="fr-FR" sz="800" noProof="0"/>
          </a:p>
        </p:txBody>
      </p:sp>
      <p:sp>
        <p:nvSpPr>
          <p:cNvPr id="11" name="Shape 9"/>
          <p:cNvSpPr/>
          <p:nvPr/>
        </p:nvSpPr>
        <p:spPr>
          <a:xfrm>
            <a:off x="4937760" y="1143000"/>
            <a:ext cx="3931920" cy="107899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2" name="Shape 10"/>
          <p:cNvSpPr/>
          <p:nvPr/>
        </p:nvSpPr>
        <p:spPr>
          <a:xfrm>
            <a:off x="4937760" y="1143000"/>
            <a:ext cx="54864" cy="1078992"/>
          </a:xfrm>
          <a:prstGeom prst="rect">
            <a:avLst/>
          </a:prstGeom>
          <a:solidFill>
            <a:srgbClr val="1B2A4A"/>
          </a:solidFill>
          <a:ln/>
        </p:spPr>
        <p:txBody>
          <a:bodyPr/>
          <a:lstStyle/>
          <a:p>
            <a:endParaRPr lang="fr-FR" noProof="0"/>
          </a:p>
        </p:txBody>
      </p:sp>
      <p:sp>
        <p:nvSpPr>
          <p:cNvPr id="13" name="Text 11"/>
          <p:cNvSpPr/>
          <p:nvPr/>
        </p:nvSpPr>
        <p:spPr>
          <a:xfrm>
            <a:off x="5102352" y="1216152"/>
            <a:ext cx="228600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Catégorie 0</a:t>
            </a:r>
            <a:endParaRPr lang="fr-FR" sz="1200" noProof="0"/>
          </a:p>
        </p:txBody>
      </p:sp>
      <p:sp>
        <p:nvSpPr>
          <p:cNvPr id="14" name="Text 12"/>
          <p:cNvSpPr/>
          <p:nvPr/>
        </p:nvSpPr>
        <p:spPr>
          <a:xfrm>
            <a:off x="5102352" y="1508760"/>
            <a:ext cx="137160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Catalogue</a:t>
            </a:r>
            <a:endParaRPr lang="fr-FR" sz="900" noProof="0"/>
          </a:p>
        </p:txBody>
      </p:sp>
      <p:sp>
        <p:nvSpPr>
          <p:cNvPr id="15" name="Text 13"/>
          <p:cNvSpPr/>
          <p:nvPr/>
        </p:nvSpPr>
        <p:spPr>
          <a:xfrm>
            <a:off x="5102352" y="1691640"/>
            <a:ext cx="1371600" cy="274320"/>
          </a:xfrm>
          <a:prstGeom prst="rect">
            <a:avLst/>
          </a:prstGeom>
          <a:noFill/>
          <a:ln/>
        </p:spPr>
        <p:txBody>
          <a:bodyPr wrap="square" lIns="0" tIns="0" rIns="0" bIns="0" rtlCol="0" anchor="ctr"/>
          <a:lstStyle/>
          <a:p>
            <a:pPr marL="0" indent="0">
              <a:buNone/>
            </a:pPr>
            <a:r>
              <a:rPr lang="fr-FR" sz="1800" b="1" noProof="0">
                <a:solidFill>
                  <a:srgbClr val="1B2A4A"/>
                </a:solidFill>
                <a:latin typeface="Calibri" pitchFamily="34" charset="0"/>
                <a:ea typeface="Calibri" pitchFamily="34" charset="-122"/>
                <a:cs typeface="Calibri" pitchFamily="34" charset="-120"/>
              </a:rPr>
              <a:t>60,4%</a:t>
            </a:r>
            <a:endParaRPr lang="fr-FR" sz="1800" noProof="0"/>
          </a:p>
        </p:txBody>
      </p:sp>
      <p:sp>
        <p:nvSpPr>
          <p:cNvPr id="16" name="Text 14"/>
          <p:cNvSpPr/>
          <p:nvPr/>
        </p:nvSpPr>
        <p:spPr>
          <a:xfrm>
            <a:off x="6675120" y="1508760"/>
            <a:ext cx="11887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 généré</a:t>
            </a:r>
            <a:endParaRPr lang="fr-FR" sz="900" noProof="0"/>
          </a:p>
        </p:txBody>
      </p:sp>
      <p:sp>
        <p:nvSpPr>
          <p:cNvPr id="17" name="Text 15"/>
          <p:cNvSpPr/>
          <p:nvPr/>
        </p:nvSpPr>
        <p:spPr>
          <a:xfrm>
            <a:off x="6675120" y="1691640"/>
            <a:ext cx="1188720" cy="274320"/>
          </a:xfrm>
          <a:prstGeom prst="rect">
            <a:avLst/>
          </a:prstGeom>
          <a:noFill/>
          <a:ln/>
        </p:spPr>
        <p:txBody>
          <a:bodyPr wrap="square" lIns="0" tIns="0" rIns="0" bIns="0" rtlCol="0" anchor="ctr"/>
          <a:lstStyle/>
          <a:p>
            <a:pPr marL="0" indent="0">
              <a:buNone/>
            </a:pPr>
            <a:r>
              <a:rPr lang="fr-FR" sz="1800" b="1" noProof="0">
                <a:solidFill>
                  <a:srgbClr val="1B2A4A"/>
                </a:solidFill>
                <a:latin typeface="Calibri" pitchFamily="34" charset="0"/>
                <a:ea typeface="Calibri" pitchFamily="34" charset="-122"/>
                <a:cs typeface="Calibri" pitchFamily="34" charset="-120"/>
              </a:rPr>
              <a:t>37,0%</a:t>
            </a:r>
            <a:endParaRPr lang="fr-FR" sz="1800" noProof="0"/>
          </a:p>
        </p:txBody>
      </p:sp>
      <p:sp>
        <p:nvSpPr>
          <p:cNvPr id="18" name="Text 16"/>
          <p:cNvSpPr/>
          <p:nvPr/>
        </p:nvSpPr>
        <p:spPr>
          <a:xfrm>
            <a:off x="5102352" y="1965960"/>
            <a:ext cx="3566160" cy="201168"/>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−23 pts — Sur-représentée vs son CA</a:t>
            </a:r>
            <a:endParaRPr lang="fr-FR" sz="900" noProof="0"/>
          </a:p>
        </p:txBody>
      </p:sp>
      <p:sp>
        <p:nvSpPr>
          <p:cNvPr id="19" name="Shape 17"/>
          <p:cNvSpPr/>
          <p:nvPr/>
        </p:nvSpPr>
        <p:spPr>
          <a:xfrm>
            <a:off x="4937760" y="2350008"/>
            <a:ext cx="3931920" cy="107899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0" name="Shape 18"/>
          <p:cNvSpPr/>
          <p:nvPr/>
        </p:nvSpPr>
        <p:spPr>
          <a:xfrm>
            <a:off x="4937760" y="2350008"/>
            <a:ext cx="54864" cy="1078992"/>
          </a:xfrm>
          <a:prstGeom prst="rect">
            <a:avLst/>
          </a:prstGeom>
          <a:solidFill>
            <a:srgbClr val="0D6E8A"/>
          </a:solidFill>
          <a:ln/>
        </p:spPr>
        <p:txBody>
          <a:bodyPr/>
          <a:lstStyle/>
          <a:p>
            <a:endParaRPr lang="fr-FR" noProof="0"/>
          </a:p>
        </p:txBody>
      </p:sp>
      <p:sp>
        <p:nvSpPr>
          <p:cNvPr id="21" name="Text 19"/>
          <p:cNvSpPr/>
          <p:nvPr/>
        </p:nvSpPr>
        <p:spPr>
          <a:xfrm>
            <a:off x="5102352" y="2423160"/>
            <a:ext cx="228600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Catégorie 1</a:t>
            </a:r>
            <a:endParaRPr lang="fr-FR" sz="1200" noProof="0"/>
          </a:p>
        </p:txBody>
      </p:sp>
      <p:sp>
        <p:nvSpPr>
          <p:cNvPr id="22" name="Text 20"/>
          <p:cNvSpPr/>
          <p:nvPr/>
        </p:nvSpPr>
        <p:spPr>
          <a:xfrm>
            <a:off x="5102352" y="2715768"/>
            <a:ext cx="137160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Catalogue</a:t>
            </a:r>
            <a:endParaRPr lang="fr-FR" sz="900" noProof="0"/>
          </a:p>
        </p:txBody>
      </p:sp>
      <p:sp>
        <p:nvSpPr>
          <p:cNvPr id="23" name="Text 21"/>
          <p:cNvSpPr/>
          <p:nvPr/>
        </p:nvSpPr>
        <p:spPr>
          <a:xfrm>
            <a:off x="5102352" y="2898648"/>
            <a:ext cx="1371600" cy="274320"/>
          </a:xfrm>
          <a:prstGeom prst="rect">
            <a:avLst/>
          </a:prstGeom>
          <a:noFill/>
          <a:ln/>
        </p:spPr>
        <p:txBody>
          <a:bodyPr wrap="square" lIns="0" tIns="0" rIns="0" bIns="0" rtlCol="0" anchor="ctr"/>
          <a:lstStyle/>
          <a:p>
            <a:pPr marL="0" indent="0">
              <a:buNone/>
            </a:pPr>
            <a:r>
              <a:rPr lang="fr-FR" sz="1800" b="1" noProof="0">
                <a:solidFill>
                  <a:srgbClr val="0D6E8A"/>
                </a:solidFill>
                <a:latin typeface="Calibri" pitchFamily="34" charset="0"/>
                <a:ea typeface="Calibri" pitchFamily="34" charset="-122"/>
                <a:cs typeface="Calibri" pitchFamily="34" charset="-120"/>
              </a:rPr>
              <a:t>34,4%</a:t>
            </a:r>
            <a:endParaRPr lang="fr-FR" sz="1800" noProof="0"/>
          </a:p>
        </p:txBody>
      </p:sp>
      <p:sp>
        <p:nvSpPr>
          <p:cNvPr id="24" name="Text 22"/>
          <p:cNvSpPr/>
          <p:nvPr/>
        </p:nvSpPr>
        <p:spPr>
          <a:xfrm>
            <a:off x="6675120" y="2715768"/>
            <a:ext cx="11887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 généré</a:t>
            </a:r>
            <a:endParaRPr lang="fr-FR" sz="900" noProof="0"/>
          </a:p>
        </p:txBody>
      </p:sp>
      <p:sp>
        <p:nvSpPr>
          <p:cNvPr id="25" name="Text 23"/>
          <p:cNvSpPr/>
          <p:nvPr/>
        </p:nvSpPr>
        <p:spPr>
          <a:xfrm>
            <a:off x="6675120" y="2898648"/>
            <a:ext cx="1188720" cy="274320"/>
          </a:xfrm>
          <a:prstGeom prst="rect">
            <a:avLst/>
          </a:prstGeom>
          <a:noFill/>
          <a:ln/>
        </p:spPr>
        <p:txBody>
          <a:bodyPr wrap="square" lIns="0" tIns="0" rIns="0" bIns="0" rtlCol="0" anchor="ctr"/>
          <a:lstStyle/>
          <a:p>
            <a:pPr marL="0" indent="0">
              <a:buNone/>
            </a:pPr>
            <a:r>
              <a:rPr lang="fr-FR" sz="1800" b="1" noProof="0">
                <a:solidFill>
                  <a:srgbClr val="0D6E8A"/>
                </a:solidFill>
                <a:latin typeface="Calibri" pitchFamily="34" charset="0"/>
                <a:ea typeface="Calibri" pitchFamily="34" charset="-122"/>
                <a:cs typeface="Calibri" pitchFamily="34" charset="-120"/>
              </a:rPr>
              <a:t>40,6%</a:t>
            </a:r>
            <a:endParaRPr lang="fr-FR" sz="1800" noProof="0"/>
          </a:p>
        </p:txBody>
      </p:sp>
      <p:sp>
        <p:nvSpPr>
          <p:cNvPr id="26" name="Text 24"/>
          <p:cNvSpPr/>
          <p:nvPr/>
        </p:nvSpPr>
        <p:spPr>
          <a:xfrm>
            <a:off x="5102352" y="3172968"/>
            <a:ext cx="3566160" cy="201168"/>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+6 pts — Bonne efficacité</a:t>
            </a:r>
            <a:endParaRPr lang="fr-FR" sz="900" noProof="0"/>
          </a:p>
        </p:txBody>
      </p:sp>
      <p:sp>
        <p:nvSpPr>
          <p:cNvPr id="27" name="Shape 25"/>
          <p:cNvSpPr/>
          <p:nvPr/>
        </p:nvSpPr>
        <p:spPr>
          <a:xfrm>
            <a:off x="4937760" y="3557016"/>
            <a:ext cx="3931920" cy="107899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28" name="Shape 26"/>
          <p:cNvSpPr/>
          <p:nvPr/>
        </p:nvSpPr>
        <p:spPr>
          <a:xfrm>
            <a:off x="4937760" y="3557016"/>
            <a:ext cx="54864" cy="1078992"/>
          </a:xfrm>
          <a:prstGeom prst="rect">
            <a:avLst/>
          </a:prstGeom>
          <a:solidFill>
            <a:srgbClr val="E8A020"/>
          </a:solidFill>
          <a:ln/>
        </p:spPr>
        <p:txBody>
          <a:bodyPr/>
          <a:lstStyle/>
          <a:p>
            <a:endParaRPr lang="fr-FR" noProof="0"/>
          </a:p>
        </p:txBody>
      </p:sp>
      <p:sp>
        <p:nvSpPr>
          <p:cNvPr id="29" name="Text 27"/>
          <p:cNvSpPr/>
          <p:nvPr/>
        </p:nvSpPr>
        <p:spPr>
          <a:xfrm>
            <a:off x="5102352" y="3630168"/>
            <a:ext cx="228600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Catégorie 2</a:t>
            </a:r>
            <a:endParaRPr lang="fr-FR" sz="1200" noProof="0"/>
          </a:p>
        </p:txBody>
      </p:sp>
      <p:sp>
        <p:nvSpPr>
          <p:cNvPr id="30" name="Text 28"/>
          <p:cNvSpPr/>
          <p:nvPr/>
        </p:nvSpPr>
        <p:spPr>
          <a:xfrm>
            <a:off x="5102352" y="3922776"/>
            <a:ext cx="137160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Catalogue</a:t>
            </a:r>
            <a:endParaRPr lang="fr-FR" sz="900" noProof="0"/>
          </a:p>
        </p:txBody>
      </p:sp>
      <p:sp>
        <p:nvSpPr>
          <p:cNvPr id="31" name="Text 29"/>
          <p:cNvSpPr/>
          <p:nvPr/>
        </p:nvSpPr>
        <p:spPr>
          <a:xfrm>
            <a:off x="5102352" y="4105656"/>
            <a:ext cx="1371600" cy="274320"/>
          </a:xfrm>
          <a:prstGeom prst="rect">
            <a:avLst/>
          </a:prstGeom>
          <a:noFill/>
          <a:ln/>
        </p:spPr>
        <p:txBody>
          <a:bodyPr wrap="square" lIns="0" tIns="0" rIns="0" bIns="0" rtlCol="0" anchor="ctr"/>
          <a:lstStyle/>
          <a:p>
            <a:pPr marL="0" indent="0">
              <a:buNone/>
            </a:pPr>
            <a:r>
              <a:rPr lang="fr-FR" sz="1800" b="1" noProof="0">
                <a:solidFill>
                  <a:srgbClr val="E8A020"/>
                </a:solidFill>
                <a:latin typeface="Calibri" pitchFamily="34" charset="0"/>
                <a:ea typeface="Calibri" pitchFamily="34" charset="-122"/>
                <a:cs typeface="Calibri" pitchFamily="34" charset="-120"/>
              </a:rPr>
              <a:t>5,1%</a:t>
            </a:r>
            <a:endParaRPr lang="fr-FR" sz="1800" noProof="0"/>
          </a:p>
        </p:txBody>
      </p:sp>
      <p:sp>
        <p:nvSpPr>
          <p:cNvPr id="32" name="Text 30"/>
          <p:cNvSpPr/>
          <p:nvPr/>
        </p:nvSpPr>
        <p:spPr>
          <a:xfrm>
            <a:off x="6675120" y="3922776"/>
            <a:ext cx="11887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 généré</a:t>
            </a:r>
            <a:endParaRPr lang="fr-FR" sz="900" noProof="0"/>
          </a:p>
        </p:txBody>
      </p:sp>
      <p:sp>
        <p:nvSpPr>
          <p:cNvPr id="33" name="Text 31"/>
          <p:cNvSpPr/>
          <p:nvPr/>
        </p:nvSpPr>
        <p:spPr>
          <a:xfrm>
            <a:off x="6675120" y="4105656"/>
            <a:ext cx="1188720" cy="274320"/>
          </a:xfrm>
          <a:prstGeom prst="rect">
            <a:avLst/>
          </a:prstGeom>
          <a:noFill/>
          <a:ln/>
        </p:spPr>
        <p:txBody>
          <a:bodyPr wrap="square" lIns="0" tIns="0" rIns="0" bIns="0" rtlCol="0" anchor="ctr"/>
          <a:lstStyle/>
          <a:p>
            <a:pPr marL="0" indent="0">
              <a:buNone/>
            </a:pPr>
            <a:r>
              <a:rPr lang="fr-FR" sz="1800" b="1" noProof="0">
                <a:solidFill>
                  <a:srgbClr val="E8A020"/>
                </a:solidFill>
                <a:latin typeface="Calibri" pitchFamily="34" charset="0"/>
                <a:ea typeface="Calibri" pitchFamily="34" charset="-122"/>
                <a:cs typeface="Calibri" pitchFamily="34" charset="-120"/>
              </a:rPr>
              <a:t>22,5%</a:t>
            </a:r>
            <a:endParaRPr lang="fr-FR" sz="1800" noProof="0"/>
          </a:p>
        </p:txBody>
      </p:sp>
      <p:sp>
        <p:nvSpPr>
          <p:cNvPr id="34" name="Text 32"/>
          <p:cNvSpPr/>
          <p:nvPr/>
        </p:nvSpPr>
        <p:spPr>
          <a:xfrm>
            <a:off x="5102352" y="4379976"/>
            <a:ext cx="3566160" cy="201168"/>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+17 pts — Très haute efficacité</a:t>
            </a:r>
            <a:endParaRPr lang="fr-FR" sz="900" noProof="0"/>
          </a:p>
        </p:txBody>
      </p:sp>
      <p:pic>
        <p:nvPicPr>
          <p:cNvPr id="36" name="Image 35">
            <a:extLst>
              <a:ext uri="{FF2B5EF4-FFF2-40B4-BE49-F238E27FC236}">
                <a16:creationId xmlns:a16="http://schemas.microsoft.com/office/drawing/2014/main" id="{732F3463-5804-E9FD-6212-9E1170EE42DA}"/>
              </a:ext>
            </a:extLst>
          </p:cNvPr>
          <p:cNvPicPr>
            <a:picLocks noChangeAspect="1"/>
          </p:cNvPicPr>
          <p:nvPr/>
        </p:nvPicPr>
        <p:blipFill>
          <a:blip r:embed="rId3"/>
          <a:stretch>
            <a:fillRect/>
          </a:stretch>
        </p:blipFill>
        <p:spPr>
          <a:xfrm>
            <a:off x="843483" y="1138428"/>
            <a:ext cx="3415386" cy="3493008"/>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05 — Catalogue : Top 5 &amp; Flop 5 produits</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Classement des produits BtoC par chiffre d'affaires cumulé</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7</a:t>
            </a:r>
            <a:endParaRPr lang="fr-FR" sz="800" noProof="0"/>
          </a:p>
        </p:txBody>
      </p:sp>
      <p:sp>
        <p:nvSpPr>
          <p:cNvPr id="9" name="Shape 7"/>
          <p:cNvSpPr/>
          <p:nvPr/>
        </p:nvSpPr>
        <p:spPr>
          <a:xfrm>
            <a:off x="274320" y="1078992"/>
            <a:ext cx="4114800" cy="310896"/>
          </a:xfrm>
          <a:prstGeom prst="rect">
            <a:avLst/>
          </a:prstGeom>
          <a:solidFill>
            <a:srgbClr val="0D6E8A"/>
          </a:solidFill>
          <a:ln/>
        </p:spPr>
        <p:txBody>
          <a:bodyPr/>
          <a:lstStyle/>
          <a:p>
            <a:endParaRPr lang="fr-FR" noProof="0"/>
          </a:p>
        </p:txBody>
      </p:sp>
      <p:sp>
        <p:nvSpPr>
          <p:cNvPr id="10" name="Text 8"/>
          <p:cNvSpPr/>
          <p:nvPr/>
        </p:nvSpPr>
        <p:spPr>
          <a:xfrm>
            <a:off x="274320" y="1078992"/>
            <a:ext cx="4114800" cy="310896"/>
          </a:xfrm>
          <a:prstGeom prst="rect">
            <a:avLst/>
          </a:prstGeom>
          <a:noFill/>
          <a:ln/>
        </p:spPr>
        <p:txBody>
          <a:bodyPr wrap="square" lIns="0" tIns="0" rIns="0" bIns="0" rtlCol="0" anchor="ctr"/>
          <a:lstStyle/>
          <a:p>
            <a:pPr marL="0" indent="0" algn="ctr">
              <a:buNone/>
            </a:pPr>
            <a:r>
              <a:rPr lang="fr-FR" sz="1100" b="1" noProof="0">
                <a:solidFill>
                  <a:srgbClr val="FFFFFF"/>
                </a:solidFill>
                <a:latin typeface="Calibri" pitchFamily="34" charset="0"/>
                <a:ea typeface="Calibri" pitchFamily="34" charset="-122"/>
                <a:cs typeface="Calibri" pitchFamily="34" charset="-120"/>
              </a:rPr>
              <a:t>TOP 5 — Meilleurs produits</a:t>
            </a:r>
            <a:endParaRPr lang="fr-FR" sz="1100" noProof="0"/>
          </a:p>
        </p:txBody>
      </p:sp>
      <p:sp>
        <p:nvSpPr>
          <p:cNvPr id="11" name="Shape 9"/>
          <p:cNvSpPr/>
          <p:nvPr/>
        </p:nvSpPr>
        <p:spPr>
          <a:xfrm>
            <a:off x="274320" y="1481328"/>
            <a:ext cx="4114800" cy="512064"/>
          </a:xfrm>
          <a:prstGeom prst="rect">
            <a:avLst/>
          </a:prstGeom>
          <a:solidFill>
            <a:srgbClr val="E8F4F8"/>
          </a:solidFill>
          <a:ln w="6350">
            <a:solidFill>
              <a:srgbClr val="D1DCE8"/>
            </a:solidFill>
            <a:prstDash val="solid"/>
          </a:ln>
        </p:spPr>
        <p:txBody>
          <a:bodyPr/>
          <a:lstStyle/>
          <a:p>
            <a:endParaRPr lang="fr-FR" noProof="0"/>
          </a:p>
        </p:txBody>
      </p:sp>
      <p:sp>
        <p:nvSpPr>
          <p:cNvPr id="12" name="Shape 10"/>
          <p:cNvSpPr/>
          <p:nvPr/>
        </p:nvSpPr>
        <p:spPr>
          <a:xfrm>
            <a:off x="274320" y="1481328"/>
            <a:ext cx="54864" cy="512064"/>
          </a:xfrm>
          <a:prstGeom prst="rect">
            <a:avLst/>
          </a:prstGeom>
          <a:solidFill>
            <a:srgbClr val="0D6E8A"/>
          </a:solidFill>
          <a:ln/>
        </p:spPr>
        <p:txBody>
          <a:bodyPr/>
          <a:lstStyle/>
          <a:p>
            <a:endParaRPr lang="fr-FR" noProof="0"/>
          </a:p>
        </p:txBody>
      </p:sp>
      <p:sp>
        <p:nvSpPr>
          <p:cNvPr id="13" name="Text 11"/>
          <p:cNvSpPr/>
          <p:nvPr/>
        </p:nvSpPr>
        <p:spPr>
          <a:xfrm>
            <a:off x="384048" y="1572768"/>
            <a:ext cx="347472" cy="320040"/>
          </a:xfrm>
          <a:prstGeom prst="rect">
            <a:avLst/>
          </a:prstGeom>
          <a:noFill/>
          <a:ln/>
        </p:spPr>
        <p:txBody>
          <a:bodyPr wrap="square" lIns="0" tIns="0" rIns="0" bIns="0" rtlCol="0" anchor="ctr"/>
          <a:lstStyle/>
          <a:p>
            <a:pPr marL="0" indent="0">
              <a:buNone/>
            </a:pPr>
            <a:r>
              <a:rPr lang="fr-FR" sz="1300" b="1" noProof="0">
                <a:solidFill>
                  <a:srgbClr val="0D6E8A"/>
                </a:solidFill>
                <a:latin typeface="Calibri" pitchFamily="34" charset="0"/>
                <a:ea typeface="Calibri" pitchFamily="34" charset="-122"/>
                <a:cs typeface="Calibri" pitchFamily="34" charset="-120"/>
              </a:rPr>
              <a:t>#1</a:t>
            </a:r>
            <a:endParaRPr lang="fr-FR" sz="1300" noProof="0"/>
          </a:p>
        </p:txBody>
      </p:sp>
      <p:sp>
        <p:nvSpPr>
          <p:cNvPr id="14" name="Text 12"/>
          <p:cNvSpPr/>
          <p:nvPr/>
        </p:nvSpPr>
        <p:spPr>
          <a:xfrm>
            <a:off x="786384" y="1536192"/>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2_159</a:t>
            </a:r>
            <a:endParaRPr lang="fr-FR" sz="1200" noProof="0"/>
          </a:p>
        </p:txBody>
      </p:sp>
      <p:sp>
        <p:nvSpPr>
          <p:cNvPr id="15" name="Text 13"/>
          <p:cNvSpPr/>
          <p:nvPr/>
        </p:nvSpPr>
        <p:spPr>
          <a:xfrm>
            <a:off x="786384" y="1773936"/>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2</a:t>
            </a:r>
            <a:endParaRPr lang="fr-FR" sz="900" noProof="0"/>
          </a:p>
        </p:txBody>
      </p:sp>
      <p:sp>
        <p:nvSpPr>
          <p:cNvPr id="16" name="Text 14"/>
          <p:cNvSpPr/>
          <p:nvPr/>
        </p:nvSpPr>
        <p:spPr>
          <a:xfrm>
            <a:off x="2926080" y="1572768"/>
            <a:ext cx="1280160" cy="310896"/>
          </a:xfrm>
          <a:prstGeom prst="rect">
            <a:avLst/>
          </a:prstGeom>
          <a:noFill/>
          <a:ln/>
        </p:spPr>
        <p:txBody>
          <a:bodyPr wrap="square" lIns="0" tIns="0" rIns="0" bIns="0" rtlCol="0" anchor="ctr"/>
          <a:lstStyle/>
          <a:p>
            <a:pPr marL="0" indent="0" algn="r">
              <a:buNone/>
            </a:pPr>
            <a:r>
              <a:rPr lang="fr-FR" sz="1400" b="1" noProof="0">
                <a:solidFill>
                  <a:srgbClr val="2D7D46"/>
                </a:solidFill>
                <a:latin typeface="Calibri" pitchFamily="34" charset="0"/>
                <a:ea typeface="Calibri" pitchFamily="34" charset="-122"/>
                <a:cs typeface="Calibri" pitchFamily="34" charset="-120"/>
              </a:rPr>
              <a:t>91 098 €</a:t>
            </a:r>
            <a:endParaRPr lang="fr-FR" sz="1400" noProof="0"/>
          </a:p>
        </p:txBody>
      </p:sp>
      <p:sp>
        <p:nvSpPr>
          <p:cNvPr id="17" name="Shape 15"/>
          <p:cNvSpPr/>
          <p:nvPr/>
        </p:nvSpPr>
        <p:spPr>
          <a:xfrm>
            <a:off x="274320" y="2066544"/>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18" name="Shape 16"/>
          <p:cNvSpPr/>
          <p:nvPr/>
        </p:nvSpPr>
        <p:spPr>
          <a:xfrm>
            <a:off x="274320" y="2066544"/>
            <a:ext cx="54864" cy="512064"/>
          </a:xfrm>
          <a:prstGeom prst="rect">
            <a:avLst/>
          </a:prstGeom>
          <a:solidFill>
            <a:srgbClr val="0D6E8A"/>
          </a:solidFill>
          <a:ln/>
        </p:spPr>
        <p:txBody>
          <a:bodyPr/>
          <a:lstStyle/>
          <a:p>
            <a:endParaRPr lang="fr-FR" noProof="0"/>
          </a:p>
        </p:txBody>
      </p:sp>
      <p:sp>
        <p:nvSpPr>
          <p:cNvPr id="19" name="Text 17"/>
          <p:cNvSpPr/>
          <p:nvPr/>
        </p:nvSpPr>
        <p:spPr>
          <a:xfrm>
            <a:off x="384048" y="2157984"/>
            <a:ext cx="347472" cy="320040"/>
          </a:xfrm>
          <a:prstGeom prst="rect">
            <a:avLst/>
          </a:prstGeom>
          <a:noFill/>
          <a:ln/>
        </p:spPr>
        <p:txBody>
          <a:bodyPr wrap="square" lIns="0" tIns="0" rIns="0" bIns="0" rtlCol="0" anchor="ctr"/>
          <a:lstStyle/>
          <a:p>
            <a:pPr marL="0" indent="0">
              <a:buNone/>
            </a:pPr>
            <a:r>
              <a:rPr lang="fr-FR" sz="1300" b="1" noProof="0">
                <a:solidFill>
                  <a:srgbClr val="0D6E8A"/>
                </a:solidFill>
                <a:latin typeface="Calibri" pitchFamily="34" charset="0"/>
                <a:ea typeface="Calibri" pitchFamily="34" charset="-122"/>
                <a:cs typeface="Calibri" pitchFamily="34" charset="-120"/>
              </a:rPr>
              <a:t>#2</a:t>
            </a:r>
            <a:endParaRPr lang="fr-FR" sz="1300" noProof="0"/>
          </a:p>
        </p:txBody>
      </p:sp>
      <p:sp>
        <p:nvSpPr>
          <p:cNvPr id="20" name="Text 18"/>
          <p:cNvSpPr/>
          <p:nvPr/>
        </p:nvSpPr>
        <p:spPr>
          <a:xfrm>
            <a:off x="786384" y="2121408"/>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2_135</a:t>
            </a:r>
            <a:endParaRPr lang="fr-FR" sz="1200" noProof="0"/>
          </a:p>
        </p:txBody>
      </p:sp>
      <p:sp>
        <p:nvSpPr>
          <p:cNvPr id="21" name="Text 19"/>
          <p:cNvSpPr/>
          <p:nvPr/>
        </p:nvSpPr>
        <p:spPr>
          <a:xfrm>
            <a:off x="786384" y="2359152"/>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2</a:t>
            </a:r>
            <a:endParaRPr lang="fr-FR" sz="900" noProof="0"/>
          </a:p>
        </p:txBody>
      </p:sp>
      <p:sp>
        <p:nvSpPr>
          <p:cNvPr id="22" name="Text 20"/>
          <p:cNvSpPr/>
          <p:nvPr/>
        </p:nvSpPr>
        <p:spPr>
          <a:xfrm>
            <a:off x="2926080" y="2157984"/>
            <a:ext cx="1280160" cy="310896"/>
          </a:xfrm>
          <a:prstGeom prst="rect">
            <a:avLst/>
          </a:prstGeom>
          <a:noFill/>
          <a:ln/>
        </p:spPr>
        <p:txBody>
          <a:bodyPr wrap="square" lIns="0" tIns="0" rIns="0" bIns="0" rtlCol="0" anchor="ctr"/>
          <a:lstStyle/>
          <a:p>
            <a:pPr marL="0" indent="0" algn="r">
              <a:buNone/>
            </a:pPr>
            <a:r>
              <a:rPr lang="fr-FR" sz="1400" b="1" noProof="0">
                <a:solidFill>
                  <a:srgbClr val="2D7D46"/>
                </a:solidFill>
                <a:latin typeface="Calibri" pitchFamily="34" charset="0"/>
                <a:ea typeface="Calibri" pitchFamily="34" charset="-122"/>
                <a:cs typeface="Calibri" pitchFamily="34" charset="-120"/>
              </a:rPr>
              <a:t>63 471 €</a:t>
            </a:r>
            <a:endParaRPr lang="fr-FR" sz="1400" noProof="0"/>
          </a:p>
        </p:txBody>
      </p:sp>
      <p:sp>
        <p:nvSpPr>
          <p:cNvPr id="23" name="Shape 21"/>
          <p:cNvSpPr/>
          <p:nvPr/>
        </p:nvSpPr>
        <p:spPr>
          <a:xfrm>
            <a:off x="274320" y="2651760"/>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24" name="Shape 22"/>
          <p:cNvSpPr/>
          <p:nvPr/>
        </p:nvSpPr>
        <p:spPr>
          <a:xfrm>
            <a:off x="274320" y="2651760"/>
            <a:ext cx="54864" cy="512064"/>
          </a:xfrm>
          <a:prstGeom prst="rect">
            <a:avLst/>
          </a:prstGeom>
          <a:solidFill>
            <a:srgbClr val="0D6E8A"/>
          </a:solidFill>
          <a:ln/>
        </p:spPr>
        <p:txBody>
          <a:bodyPr/>
          <a:lstStyle/>
          <a:p>
            <a:endParaRPr lang="fr-FR" noProof="0"/>
          </a:p>
        </p:txBody>
      </p:sp>
      <p:sp>
        <p:nvSpPr>
          <p:cNvPr id="25" name="Text 23"/>
          <p:cNvSpPr/>
          <p:nvPr/>
        </p:nvSpPr>
        <p:spPr>
          <a:xfrm>
            <a:off x="384048" y="2743200"/>
            <a:ext cx="347472" cy="320040"/>
          </a:xfrm>
          <a:prstGeom prst="rect">
            <a:avLst/>
          </a:prstGeom>
          <a:noFill/>
          <a:ln/>
        </p:spPr>
        <p:txBody>
          <a:bodyPr wrap="square" lIns="0" tIns="0" rIns="0" bIns="0" rtlCol="0" anchor="ctr"/>
          <a:lstStyle/>
          <a:p>
            <a:pPr marL="0" indent="0">
              <a:buNone/>
            </a:pPr>
            <a:r>
              <a:rPr lang="fr-FR" sz="1300" b="1" noProof="0">
                <a:solidFill>
                  <a:srgbClr val="0D6E8A"/>
                </a:solidFill>
                <a:latin typeface="Calibri" pitchFamily="34" charset="0"/>
                <a:ea typeface="Calibri" pitchFamily="34" charset="-122"/>
                <a:cs typeface="Calibri" pitchFamily="34" charset="-120"/>
              </a:rPr>
              <a:t>#3</a:t>
            </a:r>
            <a:endParaRPr lang="fr-FR" sz="1300" noProof="0"/>
          </a:p>
        </p:txBody>
      </p:sp>
      <p:sp>
        <p:nvSpPr>
          <p:cNvPr id="26" name="Text 24"/>
          <p:cNvSpPr/>
          <p:nvPr/>
        </p:nvSpPr>
        <p:spPr>
          <a:xfrm>
            <a:off x="786384" y="2706624"/>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2_112</a:t>
            </a:r>
            <a:endParaRPr lang="fr-FR" sz="1200" noProof="0"/>
          </a:p>
        </p:txBody>
      </p:sp>
      <p:sp>
        <p:nvSpPr>
          <p:cNvPr id="27" name="Text 25"/>
          <p:cNvSpPr/>
          <p:nvPr/>
        </p:nvSpPr>
        <p:spPr>
          <a:xfrm>
            <a:off x="786384" y="2944368"/>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2</a:t>
            </a:r>
            <a:endParaRPr lang="fr-FR" sz="900" noProof="0"/>
          </a:p>
        </p:txBody>
      </p:sp>
      <p:sp>
        <p:nvSpPr>
          <p:cNvPr id="28" name="Text 26"/>
          <p:cNvSpPr/>
          <p:nvPr/>
        </p:nvSpPr>
        <p:spPr>
          <a:xfrm>
            <a:off x="2926080" y="2743200"/>
            <a:ext cx="1280160" cy="310896"/>
          </a:xfrm>
          <a:prstGeom prst="rect">
            <a:avLst/>
          </a:prstGeom>
          <a:noFill/>
          <a:ln/>
        </p:spPr>
        <p:txBody>
          <a:bodyPr wrap="square" lIns="0" tIns="0" rIns="0" bIns="0" rtlCol="0" anchor="ctr"/>
          <a:lstStyle/>
          <a:p>
            <a:pPr marL="0" indent="0" algn="r">
              <a:buNone/>
            </a:pPr>
            <a:r>
              <a:rPr lang="fr-FR" sz="1400" b="1" noProof="0">
                <a:solidFill>
                  <a:srgbClr val="2D7D46"/>
                </a:solidFill>
                <a:latin typeface="Calibri" pitchFamily="34" charset="0"/>
                <a:ea typeface="Calibri" pitchFamily="34" charset="-122"/>
                <a:cs typeface="Calibri" pitchFamily="34" charset="-120"/>
              </a:rPr>
              <a:t>58 786 €</a:t>
            </a:r>
            <a:endParaRPr lang="fr-FR" sz="1400" noProof="0"/>
          </a:p>
        </p:txBody>
      </p:sp>
      <p:sp>
        <p:nvSpPr>
          <p:cNvPr id="29" name="Shape 27"/>
          <p:cNvSpPr/>
          <p:nvPr/>
        </p:nvSpPr>
        <p:spPr>
          <a:xfrm>
            <a:off x="274320" y="3236976"/>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30" name="Shape 28"/>
          <p:cNvSpPr/>
          <p:nvPr/>
        </p:nvSpPr>
        <p:spPr>
          <a:xfrm>
            <a:off x="274320" y="3236976"/>
            <a:ext cx="54864" cy="512064"/>
          </a:xfrm>
          <a:prstGeom prst="rect">
            <a:avLst/>
          </a:prstGeom>
          <a:solidFill>
            <a:srgbClr val="0D6E8A"/>
          </a:solidFill>
          <a:ln/>
        </p:spPr>
        <p:txBody>
          <a:bodyPr/>
          <a:lstStyle/>
          <a:p>
            <a:endParaRPr lang="fr-FR" noProof="0"/>
          </a:p>
        </p:txBody>
      </p:sp>
      <p:sp>
        <p:nvSpPr>
          <p:cNvPr id="31" name="Text 29"/>
          <p:cNvSpPr/>
          <p:nvPr/>
        </p:nvSpPr>
        <p:spPr>
          <a:xfrm>
            <a:off x="384048" y="3328416"/>
            <a:ext cx="347472" cy="320040"/>
          </a:xfrm>
          <a:prstGeom prst="rect">
            <a:avLst/>
          </a:prstGeom>
          <a:noFill/>
          <a:ln/>
        </p:spPr>
        <p:txBody>
          <a:bodyPr wrap="square" lIns="0" tIns="0" rIns="0" bIns="0" rtlCol="0" anchor="ctr"/>
          <a:lstStyle/>
          <a:p>
            <a:pPr marL="0" indent="0">
              <a:buNone/>
            </a:pPr>
            <a:r>
              <a:rPr lang="fr-FR" sz="1300" b="1" noProof="0">
                <a:solidFill>
                  <a:srgbClr val="0D6E8A"/>
                </a:solidFill>
                <a:latin typeface="Calibri" pitchFamily="34" charset="0"/>
                <a:ea typeface="Calibri" pitchFamily="34" charset="-122"/>
                <a:cs typeface="Calibri" pitchFamily="34" charset="-120"/>
              </a:rPr>
              <a:t>#4</a:t>
            </a:r>
            <a:endParaRPr lang="fr-FR" sz="1300" noProof="0"/>
          </a:p>
        </p:txBody>
      </p:sp>
      <p:sp>
        <p:nvSpPr>
          <p:cNvPr id="32" name="Text 30"/>
          <p:cNvSpPr/>
          <p:nvPr/>
        </p:nvSpPr>
        <p:spPr>
          <a:xfrm>
            <a:off x="786384" y="3291840"/>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2_102</a:t>
            </a:r>
            <a:endParaRPr lang="fr-FR" sz="1200" noProof="0"/>
          </a:p>
        </p:txBody>
      </p:sp>
      <p:sp>
        <p:nvSpPr>
          <p:cNvPr id="33" name="Text 31"/>
          <p:cNvSpPr/>
          <p:nvPr/>
        </p:nvSpPr>
        <p:spPr>
          <a:xfrm>
            <a:off x="786384" y="3529584"/>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2</a:t>
            </a:r>
            <a:endParaRPr lang="fr-FR" sz="900" noProof="0"/>
          </a:p>
        </p:txBody>
      </p:sp>
      <p:sp>
        <p:nvSpPr>
          <p:cNvPr id="34" name="Text 32"/>
          <p:cNvSpPr/>
          <p:nvPr/>
        </p:nvSpPr>
        <p:spPr>
          <a:xfrm>
            <a:off x="2926080" y="3328416"/>
            <a:ext cx="1280160" cy="310896"/>
          </a:xfrm>
          <a:prstGeom prst="rect">
            <a:avLst/>
          </a:prstGeom>
          <a:noFill/>
          <a:ln/>
        </p:spPr>
        <p:txBody>
          <a:bodyPr wrap="square" lIns="0" tIns="0" rIns="0" bIns="0" rtlCol="0" anchor="ctr"/>
          <a:lstStyle/>
          <a:p>
            <a:pPr marL="0" indent="0" algn="r">
              <a:buNone/>
            </a:pPr>
            <a:r>
              <a:rPr lang="fr-FR" sz="1400" b="1" noProof="0">
                <a:solidFill>
                  <a:srgbClr val="2D7D46"/>
                </a:solidFill>
                <a:latin typeface="Calibri" pitchFamily="34" charset="0"/>
                <a:ea typeface="Calibri" pitchFamily="34" charset="-122"/>
                <a:cs typeface="Calibri" pitchFamily="34" charset="-120"/>
              </a:rPr>
              <a:t>55 651 €</a:t>
            </a:r>
            <a:endParaRPr lang="fr-FR" sz="1400" noProof="0"/>
          </a:p>
        </p:txBody>
      </p:sp>
      <p:sp>
        <p:nvSpPr>
          <p:cNvPr id="35" name="Shape 33"/>
          <p:cNvSpPr/>
          <p:nvPr/>
        </p:nvSpPr>
        <p:spPr>
          <a:xfrm>
            <a:off x="274320" y="3822192"/>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36" name="Shape 34"/>
          <p:cNvSpPr/>
          <p:nvPr/>
        </p:nvSpPr>
        <p:spPr>
          <a:xfrm>
            <a:off x="274320" y="3822192"/>
            <a:ext cx="54864" cy="512064"/>
          </a:xfrm>
          <a:prstGeom prst="rect">
            <a:avLst/>
          </a:prstGeom>
          <a:solidFill>
            <a:srgbClr val="0D6E8A"/>
          </a:solidFill>
          <a:ln/>
        </p:spPr>
        <p:txBody>
          <a:bodyPr/>
          <a:lstStyle/>
          <a:p>
            <a:endParaRPr lang="fr-FR" noProof="0"/>
          </a:p>
        </p:txBody>
      </p:sp>
      <p:sp>
        <p:nvSpPr>
          <p:cNvPr id="37" name="Text 35"/>
          <p:cNvSpPr/>
          <p:nvPr/>
        </p:nvSpPr>
        <p:spPr>
          <a:xfrm>
            <a:off x="384048" y="3913632"/>
            <a:ext cx="347472" cy="320040"/>
          </a:xfrm>
          <a:prstGeom prst="rect">
            <a:avLst/>
          </a:prstGeom>
          <a:noFill/>
          <a:ln/>
        </p:spPr>
        <p:txBody>
          <a:bodyPr wrap="square" lIns="0" tIns="0" rIns="0" bIns="0" rtlCol="0" anchor="ctr"/>
          <a:lstStyle/>
          <a:p>
            <a:pPr marL="0" indent="0">
              <a:buNone/>
            </a:pPr>
            <a:r>
              <a:rPr lang="fr-FR" sz="1300" b="1" noProof="0">
                <a:solidFill>
                  <a:srgbClr val="0D6E8A"/>
                </a:solidFill>
                <a:latin typeface="Calibri" pitchFamily="34" charset="0"/>
                <a:ea typeface="Calibri" pitchFamily="34" charset="-122"/>
                <a:cs typeface="Calibri" pitchFamily="34" charset="-120"/>
              </a:rPr>
              <a:t>#5</a:t>
            </a:r>
            <a:endParaRPr lang="fr-FR" sz="1300" noProof="0"/>
          </a:p>
        </p:txBody>
      </p:sp>
      <p:sp>
        <p:nvSpPr>
          <p:cNvPr id="38" name="Text 36"/>
          <p:cNvSpPr/>
          <p:nvPr/>
        </p:nvSpPr>
        <p:spPr>
          <a:xfrm>
            <a:off x="786384" y="3877056"/>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1_369</a:t>
            </a:r>
            <a:endParaRPr lang="fr-FR" sz="1200" noProof="0"/>
          </a:p>
        </p:txBody>
      </p:sp>
      <p:sp>
        <p:nvSpPr>
          <p:cNvPr id="39" name="Text 37"/>
          <p:cNvSpPr/>
          <p:nvPr/>
        </p:nvSpPr>
        <p:spPr>
          <a:xfrm>
            <a:off x="786384" y="4114800"/>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1</a:t>
            </a:r>
            <a:endParaRPr lang="fr-FR" sz="900" noProof="0"/>
          </a:p>
        </p:txBody>
      </p:sp>
      <p:sp>
        <p:nvSpPr>
          <p:cNvPr id="40" name="Text 38"/>
          <p:cNvSpPr/>
          <p:nvPr/>
        </p:nvSpPr>
        <p:spPr>
          <a:xfrm>
            <a:off x="2926080" y="3913632"/>
            <a:ext cx="1280160" cy="310896"/>
          </a:xfrm>
          <a:prstGeom prst="rect">
            <a:avLst/>
          </a:prstGeom>
          <a:noFill/>
          <a:ln/>
        </p:spPr>
        <p:txBody>
          <a:bodyPr wrap="square" lIns="0" tIns="0" rIns="0" bIns="0" rtlCol="0" anchor="ctr"/>
          <a:lstStyle/>
          <a:p>
            <a:pPr marL="0" indent="0" algn="r">
              <a:buNone/>
            </a:pPr>
            <a:r>
              <a:rPr lang="fr-FR" sz="1400" b="1" noProof="0">
                <a:solidFill>
                  <a:srgbClr val="2D7D46"/>
                </a:solidFill>
                <a:latin typeface="Calibri" pitchFamily="34" charset="0"/>
                <a:ea typeface="Calibri" pitchFamily="34" charset="-122"/>
                <a:cs typeface="Calibri" pitchFamily="34" charset="-120"/>
              </a:rPr>
              <a:t>52 898 €</a:t>
            </a:r>
            <a:endParaRPr lang="fr-FR" sz="1400" noProof="0"/>
          </a:p>
        </p:txBody>
      </p:sp>
      <p:sp>
        <p:nvSpPr>
          <p:cNvPr id="41" name="Shape 39"/>
          <p:cNvSpPr/>
          <p:nvPr/>
        </p:nvSpPr>
        <p:spPr>
          <a:xfrm>
            <a:off x="274320" y="4453128"/>
            <a:ext cx="4114800" cy="274320"/>
          </a:xfrm>
          <a:prstGeom prst="rect">
            <a:avLst/>
          </a:prstGeom>
          <a:solidFill>
            <a:srgbClr val="E8F4F8"/>
          </a:solidFill>
          <a:ln w="6350">
            <a:solidFill>
              <a:srgbClr val="0D6E8A"/>
            </a:solidFill>
            <a:prstDash val="solid"/>
          </a:ln>
        </p:spPr>
        <p:txBody>
          <a:bodyPr/>
          <a:lstStyle/>
          <a:p>
            <a:endParaRPr lang="fr-FR" noProof="0"/>
          </a:p>
        </p:txBody>
      </p:sp>
      <p:sp>
        <p:nvSpPr>
          <p:cNvPr id="42" name="Text 40"/>
          <p:cNvSpPr/>
          <p:nvPr/>
        </p:nvSpPr>
        <p:spPr>
          <a:xfrm>
            <a:off x="320040" y="4453128"/>
            <a:ext cx="4023360" cy="274320"/>
          </a:xfrm>
          <a:prstGeom prst="rect">
            <a:avLst/>
          </a:prstGeom>
          <a:noFill/>
          <a:ln/>
        </p:spPr>
        <p:txBody>
          <a:bodyPr wrap="square" lIns="0" tIns="0" rIns="0" bIns="0" rtlCol="0" anchor="ctr"/>
          <a:lstStyle/>
          <a:p>
            <a:pPr marL="0" indent="0" algn="ctr">
              <a:buNone/>
            </a:pPr>
            <a:r>
              <a:rPr lang="fr-FR" sz="850" i="1" noProof="0">
                <a:solidFill>
                  <a:srgbClr val="0D6E8A"/>
                </a:solidFill>
                <a:latin typeface="Calibri" pitchFamily="34" charset="0"/>
                <a:ea typeface="Calibri" pitchFamily="34" charset="-122"/>
                <a:cs typeface="Calibri" pitchFamily="34" charset="-120"/>
              </a:rPr>
              <a:t>Les 4 premiers sont tous en Catégorie 2 → segment premium</a:t>
            </a:r>
            <a:endParaRPr lang="fr-FR" sz="850" noProof="0"/>
          </a:p>
        </p:txBody>
      </p:sp>
      <p:sp>
        <p:nvSpPr>
          <p:cNvPr id="43" name="Shape 41"/>
          <p:cNvSpPr/>
          <p:nvPr/>
        </p:nvSpPr>
        <p:spPr>
          <a:xfrm>
            <a:off x="4754880" y="1078992"/>
            <a:ext cx="4114800" cy="310896"/>
          </a:xfrm>
          <a:prstGeom prst="rect">
            <a:avLst/>
          </a:prstGeom>
          <a:solidFill>
            <a:srgbClr val="C0392B"/>
          </a:solidFill>
          <a:ln/>
        </p:spPr>
        <p:txBody>
          <a:bodyPr/>
          <a:lstStyle/>
          <a:p>
            <a:endParaRPr lang="fr-FR" noProof="0"/>
          </a:p>
        </p:txBody>
      </p:sp>
      <p:sp>
        <p:nvSpPr>
          <p:cNvPr id="44" name="Text 42"/>
          <p:cNvSpPr/>
          <p:nvPr/>
        </p:nvSpPr>
        <p:spPr>
          <a:xfrm>
            <a:off x="4754880" y="1078992"/>
            <a:ext cx="4114800" cy="310896"/>
          </a:xfrm>
          <a:prstGeom prst="rect">
            <a:avLst/>
          </a:prstGeom>
          <a:noFill/>
          <a:ln/>
        </p:spPr>
        <p:txBody>
          <a:bodyPr wrap="square" lIns="0" tIns="0" rIns="0" bIns="0" rtlCol="0" anchor="ctr"/>
          <a:lstStyle/>
          <a:p>
            <a:pPr marL="0" indent="0" algn="ctr">
              <a:buNone/>
            </a:pPr>
            <a:r>
              <a:rPr lang="fr-FR" sz="1100" b="1" noProof="0">
                <a:solidFill>
                  <a:srgbClr val="FFFFFF"/>
                </a:solidFill>
                <a:latin typeface="Calibri" pitchFamily="34" charset="0"/>
                <a:ea typeface="Calibri" pitchFamily="34" charset="-122"/>
                <a:cs typeface="Calibri" pitchFamily="34" charset="-120"/>
              </a:rPr>
              <a:t>FLOP 5 — Produits à faible CA</a:t>
            </a:r>
            <a:endParaRPr lang="fr-FR" sz="1100" noProof="0"/>
          </a:p>
        </p:txBody>
      </p:sp>
      <p:sp>
        <p:nvSpPr>
          <p:cNvPr id="45" name="Shape 43"/>
          <p:cNvSpPr/>
          <p:nvPr/>
        </p:nvSpPr>
        <p:spPr>
          <a:xfrm>
            <a:off x="4754880" y="1481328"/>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46" name="Shape 44"/>
          <p:cNvSpPr/>
          <p:nvPr/>
        </p:nvSpPr>
        <p:spPr>
          <a:xfrm>
            <a:off x="4754880" y="1481328"/>
            <a:ext cx="54864" cy="512064"/>
          </a:xfrm>
          <a:prstGeom prst="rect">
            <a:avLst/>
          </a:prstGeom>
          <a:solidFill>
            <a:srgbClr val="C0392B"/>
          </a:solidFill>
          <a:ln/>
        </p:spPr>
        <p:txBody>
          <a:bodyPr/>
          <a:lstStyle/>
          <a:p>
            <a:endParaRPr lang="fr-FR" noProof="0"/>
          </a:p>
        </p:txBody>
      </p:sp>
      <p:sp>
        <p:nvSpPr>
          <p:cNvPr id="47" name="Text 45"/>
          <p:cNvSpPr/>
          <p:nvPr/>
        </p:nvSpPr>
        <p:spPr>
          <a:xfrm>
            <a:off x="4864608" y="1572768"/>
            <a:ext cx="347472" cy="320040"/>
          </a:xfrm>
          <a:prstGeom prst="rect">
            <a:avLst/>
          </a:prstGeom>
          <a:noFill/>
          <a:ln/>
        </p:spPr>
        <p:txBody>
          <a:bodyPr wrap="square" lIns="0" tIns="0" rIns="0" bIns="0" rtlCol="0" anchor="ctr"/>
          <a:lstStyle/>
          <a:p>
            <a:pPr marL="0" indent="0">
              <a:buNone/>
            </a:pPr>
            <a:r>
              <a:rPr lang="fr-FR" sz="1300" b="1" noProof="0">
                <a:solidFill>
                  <a:srgbClr val="C0392B"/>
                </a:solidFill>
                <a:latin typeface="Calibri" pitchFamily="34" charset="0"/>
                <a:ea typeface="Calibri" pitchFamily="34" charset="-122"/>
                <a:cs typeface="Calibri" pitchFamily="34" charset="-120"/>
              </a:rPr>
              <a:t>#1</a:t>
            </a:r>
            <a:endParaRPr lang="fr-FR" sz="1300" noProof="0"/>
          </a:p>
        </p:txBody>
      </p:sp>
      <p:sp>
        <p:nvSpPr>
          <p:cNvPr id="48" name="Text 46"/>
          <p:cNvSpPr/>
          <p:nvPr/>
        </p:nvSpPr>
        <p:spPr>
          <a:xfrm>
            <a:off x="5266944" y="1536192"/>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0_1653</a:t>
            </a:r>
            <a:endParaRPr lang="fr-FR" sz="1200" noProof="0"/>
          </a:p>
        </p:txBody>
      </p:sp>
      <p:sp>
        <p:nvSpPr>
          <p:cNvPr id="49" name="Text 47"/>
          <p:cNvSpPr/>
          <p:nvPr/>
        </p:nvSpPr>
        <p:spPr>
          <a:xfrm>
            <a:off x="5266944" y="1773936"/>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0</a:t>
            </a:r>
            <a:endParaRPr lang="fr-FR" sz="900" noProof="0"/>
          </a:p>
        </p:txBody>
      </p:sp>
      <p:sp>
        <p:nvSpPr>
          <p:cNvPr id="50" name="Text 48"/>
          <p:cNvSpPr/>
          <p:nvPr/>
        </p:nvSpPr>
        <p:spPr>
          <a:xfrm>
            <a:off x="7406640" y="1572768"/>
            <a:ext cx="1280160" cy="310896"/>
          </a:xfrm>
          <a:prstGeom prst="rect">
            <a:avLst/>
          </a:prstGeom>
          <a:noFill/>
          <a:ln/>
        </p:spPr>
        <p:txBody>
          <a:bodyPr wrap="square" lIns="0" tIns="0" rIns="0" bIns="0" rtlCol="0" anchor="ctr"/>
          <a:lstStyle/>
          <a:p>
            <a:pPr marL="0" indent="0" algn="r">
              <a:buNone/>
            </a:pPr>
            <a:r>
              <a:rPr lang="fr-FR" sz="1400" b="1" noProof="0">
                <a:solidFill>
                  <a:srgbClr val="C0392B"/>
                </a:solidFill>
                <a:latin typeface="Calibri" pitchFamily="34" charset="0"/>
                <a:ea typeface="Calibri" pitchFamily="34" charset="-122"/>
                <a:cs typeface="Calibri" pitchFamily="34" charset="-120"/>
              </a:rPr>
              <a:t>1,98 €</a:t>
            </a:r>
            <a:endParaRPr lang="fr-FR" sz="1400" noProof="0"/>
          </a:p>
        </p:txBody>
      </p:sp>
      <p:sp>
        <p:nvSpPr>
          <p:cNvPr id="51" name="Shape 49"/>
          <p:cNvSpPr/>
          <p:nvPr/>
        </p:nvSpPr>
        <p:spPr>
          <a:xfrm>
            <a:off x="4754880" y="2066544"/>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52" name="Shape 50"/>
          <p:cNvSpPr/>
          <p:nvPr/>
        </p:nvSpPr>
        <p:spPr>
          <a:xfrm>
            <a:off x="4754880" y="2066544"/>
            <a:ext cx="54864" cy="512064"/>
          </a:xfrm>
          <a:prstGeom prst="rect">
            <a:avLst/>
          </a:prstGeom>
          <a:solidFill>
            <a:srgbClr val="C0392B"/>
          </a:solidFill>
          <a:ln/>
        </p:spPr>
        <p:txBody>
          <a:bodyPr/>
          <a:lstStyle/>
          <a:p>
            <a:endParaRPr lang="fr-FR" noProof="0"/>
          </a:p>
        </p:txBody>
      </p:sp>
      <p:sp>
        <p:nvSpPr>
          <p:cNvPr id="53" name="Text 51"/>
          <p:cNvSpPr/>
          <p:nvPr/>
        </p:nvSpPr>
        <p:spPr>
          <a:xfrm>
            <a:off x="4864608" y="2157984"/>
            <a:ext cx="347472" cy="320040"/>
          </a:xfrm>
          <a:prstGeom prst="rect">
            <a:avLst/>
          </a:prstGeom>
          <a:noFill/>
          <a:ln/>
        </p:spPr>
        <p:txBody>
          <a:bodyPr wrap="square" lIns="0" tIns="0" rIns="0" bIns="0" rtlCol="0" anchor="ctr"/>
          <a:lstStyle/>
          <a:p>
            <a:pPr marL="0" indent="0">
              <a:buNone/>
            </a:pPr>
            <a:r>
              <a:rPr lang="fr-FR" sz="1300" b="1" noProof="0">
                <a:solidFill>
                  <a:srgbClr val="C0392B"/>
                </a:solidFill>
                <a:latin typeface="Calibri" pitchFamily="34" charset="0"/>
                <a:ea typeface="Calibri" pitchFamily="34" charset="-122"/>
                <a:cs typeface="Calibri" pitchFamily="34" charset="-120"/>
              </a:rPr>
              <a:t>#2</a:t>
            </a:r>
            <a:endParaRPr lang="fr-FR" sz="1300" noProof="0"/>
          </a:p>
        </p:txBody>
      </p:sp>
      <p:sp>
        <p:nvSpPr>
          <p:cNvPr id="54" name="Text 52"/>
          <p:cNvSpPr/>
          <p:nvPr/>
        </p:nvSpPr>
        <p:spPr>
          <a:xfrm>
            <a:off x="5266944" y="2121408"/>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0_1726</a:t>
            </a:r>
            <a:endParaRPr lang="fr-FR" sz="1200" noProof="0"/>
          </a:p>
        </p:txBody>
      </p:sp>
      <p:sp>
        <p:nvSpPr>
          <p:cNvPr id="55" name="Text 53"/>
          <p:cNvSpPr/>
          <p:nvPr/>
        </p:nvSpPr>
        <p:spPr>
          <a:xfrm>
            <a:off x="5266944" y="2359152"/>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0</a:t>
            </a:r>
            <a:endParaRPr lang="fr-FR" sz="900" noProof="0"/>
          </a:p>
        </p:txBody>
      </p:sp>
      <p:sp>
        <p:nvSpPr>
          <p:cNvPr id="56" name="Text 54"/>
          <p:cNvSpPr/>
          <p:nvPr/>
        </p:nvSpPr>
        <p:spPr>
          <a:xfrm>
            <a:off x="7406640" y="2157984"/>
            <a:ext cx="1280160" cy="310896"/>
          </a:xfrm>
          <a:prstGeom prst="rect">
            <a:avLst/>
          </a:prstGeom>
          <a:noFill/>
          <a:ln/>
        </p:spPr>
        <p:txBody>
          <a:bodyPr wrap="square" lIns="0" tIns="0" rIns="0" bIns="0" rtlCol="0" anchor="ctr"/>
          <a:lstStyle/>
          <a:p>
            <a:pPr marL="0" indent="0" algn="r">
              <a:buNone/>
            </a:pPr>
            <a:r>
              <a:rPr lang="fr-FR" sz="1400" b="1" noProof="0">
                <a:solidFill>
                  <a:srgbClr val="C0392B"/>
                </a:solidFill>
                <a:latin typeface="Calibri" pitchFamily="34" charset="0"/>
                <a:ea typeface="Calibri" pitchFamily="34" charset="-122"/>
                <a:cs typeface="Calibri" pitchFamily="34" charset="-120"/>
              </a:rPr>
              <a:t>1,57 €</a:t>
            </a:r>
            <a:endParaRPr lang="fr-FR" sz="1400" noProof="0"/>
          </a:p>
        </p:txBody>
      </p:sp>
      <p:sp>
        <p:nvSpPr>
          <p:cNvPr id="57" name="Shape 55"/>
          <p:cNvSpPr/>
          <p:nvPr/>
        </p:nvSpPr>
        <p:spPr>
          <a:xfrm>
            <a:off x="4754880" y="2651760"/>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58" name="Shape 56"/>
          <p:cNvSpPr/>
          <p:nvPr/>
        </p:nvSpPr>
        <p:spPr>
          <a:xfrm>
            <a:off x="4754880" y="2651760"/>
            <a:ext cx="54864" cy="512064"/>
          </a:xfrm>
          <a:prstGeom prst="rect">
            <a:avLst/>
          </a:prstGeom>
          <a:solidFill>
            <a:srgbClr val="C0392B"/>
          </a:solidFill>
          <a:ln/>
        </p:spPr>
        <p:txBody>
          <a:bodyPr/>
          <a:lstStyle/>
          <a:p>
            <a:endParaRPr lang="fr-FR" noProof="0"/>
          </a:p>
        </p:txBody>
      </p:sp>
      <p:sp>
        <p:nvSpPr>
          <p:cNvPr id="59" name="Text 57"/>
          <p:cNvSpPr/>
          <p:nvPr/>
        </p:nvSpPr>
        <p:spPr>
          <a:xfrm>
            <a:off x="4864608" y="2743200"/>
            <a:ext cx="347472" cy="320040"/>
          </a:xfrm>
          <a:prstGeom prst="rect">
            <a:avLst/>
          </a:prstGeom>
          <a:noFill/>
          <a:ln/>
        </p:spPr>
        <p:txBody>
          <a:bodyPr wrap="square" lIns="0" tIns="0" rIns="0" bIns="0" rtlCol="0" anchor="ctr"/>
          <a:lstStyle/>
          <a:p>
            <a:pPr marL="0" indent="0">
              <a:buNone/>
            </a:pPr>
            <a:r>
              <a:rPr lang="fr-FR" sz="1300" b="1" noProof="0">
                <a:solidFill>
                  <a:srgbClr val="C0392B"/>
                </a:solidFill>
                <a:latin typeface="Calibri" pitchFamily="34" charset="0"/>
                <a:ea typeface="Calibri" pitchFamily="34" charset="-122"/>
                <a:cs typeface="Calibri" pitchFamily="34" charset="-120"/>
              </a:rPr>
              <a:t>#3</a:t>
            </a:r>
            <a:endParaRPr lang="fr-FR" sz="1300" noProof="0"/>
          </a:p>
        </p:txBody>
      </p:sp>
      <p:sp>
        <p:nvSpPr>
          <p:cNvPr id="60" name="Text 58"/>
          <p:cNvSpPr/>
          <p:nvPr/>
        </p:nvSpPr>
        <p:spPr>
          <a:xfrm>
            <a:off x="5266944" y="2706624"/>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0_1284</a:t>
            </a:r>
            <a:endParaRPr lang="fr-FR" sz="1200" noProof="0"/>
          </a:p>
        </p:txBody>
      </p:sp>
      <p:sp>
        <p:nvSpPr>
          <p:cNvPr id="61" name="Text 59"/>
          <p:cNvSpPr/>
          <p:nvPr/>
        </p:nvSpPr>
        <p:spPr>
          <a:xfrm>
            <a:off x="5266944" y="2944368"/>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0</a:t>
            </a:r>
            <a:endParaRPr lang="fr-FR" sz="900" noProof="0"/>
          </a:p>
        </p:txBody>
      </p:sp>
      <p:sp>
        <p:nvSpPr>
          <p:cNvPr id="62" name="Text 60"/>
          <p:cNvSpPr/>
          <p:nvPr/>
        </p:nvSpPr>
        <p:spPr>
          <a:xfrm>
            <a:off x="7406640" y="2743200"/>
            <a:ext cx="1280160" cy="310896"/>
          </a:xfrm>
          <a:prstGeom prst="rect">
            <a:avLst/>
          </a:prstGeom>
          <a:noFill/>
          <a:ln/>
        </p:spPr>
        <p:txBody>
          <a:bodyPr wrap="square" lIns="0" tIns="0" rIns="0" bIns="0" rtlCol="0" anchor="ctr"/>
          <a:lstStyle/>
          <a:p>
            <a:pPr marL="0" indent="0" algn="r">
              <a:buNone/>
            </a:pPr>
            <a:r>
              <a:rPr lang="fr-FR" sz="1400" b="1" noProof="0">
                <a:solidFill>
                  <a:srgbClr val="C0392B"/>
                </a:solidFill>
                <a:latin typeface="Calibri" pitchFamily="34" charset="0"/>
                <a:ea typeface="Calibri" pitchFamily="34" charset="-122"/>
                <a:cs typeface="Calibri" pitchFamily="34" charset="-120"/>
              </a:rPr>
              <a:t>1,38 €</a:t>
            </a:r>
            <a:endParaRPr lang="fr-FR" sz="1400" noProof="0"/>
          </a:p>
        </p:txBody>
      </p:sp>
      <p:sp>
        <p:nvSpPr>
          <p:cNvPr id="63" name="Shape 61"/>
          <p:cNvSpPr/>
          <p:nvPr/>
        </p:nvSpPr>
        <p:spPr>
          <a:xfrm>
            <a:off x="4754880" y="3236976"/>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64" name="Shape 62"/>
          <p:cNvSpPr/>
          <p:nvPr/>
        </p:nvSpPr>
        <p:spPr>
          <a:xfrm>
            <a:off x="4754880" y="3236976"/>
            <a:ext cx="54864" cy="512064"/>
          </a:xfrm>
          <a:prstGeom prst="rect">
            <a:avLst/>
          </a:prstGeom>
          <a:solidFill>
            <a:srgbClr val="C0392B"/>
          </a:solidFill>
          <a:ln/>
        </p:spPr>
        <p:txBody>
          <a:bodyPr/>
          <a:lstStyle/>
          <a:p>
            <a:endParaRPr lang="fr-FR" noProof="0"/>
          </a:p>
        </p:txBody>
      </p:sp>
      <p:sp>
        <p:nvSpPr>
          <p:cNvPr id="65" name="Text 63"/>
          <p:cNvSpPr/>
          <p:nvPr/>
        </p:nvSpPr>
        <p:spPr>
          <a:xfrm>
            <a:off x="4864608" y="3328416"/>
            <a:ext cx="347472" cy="320040"/>
          </a:xfrm>
          <a:prstGeom prst="rect">
            <a:avLst/>
          </a:prstGeom>
          <a:noFill/>
          <a:ln/>
        </p:spPr>
        <p:txBody>
          <a:bodyPr wrap="square" lIns="0" tIns="0" rIns="0" bIns="0" rtlCol="0" anchor="ctr"/>
          <a:lstStyle/>
          <a:p>
            <a:pPr marL="0" indent="0">
              <a:buNone/>
            </a:pPr>
            <a:r>
              <a:rPr lang="fr-FR" sz="1300" b="1" noProof="0">
                <a:solidFill>
                  <a:srgbClr val="C0392B"/>
                </a:solidFill>
                <a:latin typeface="Calibri" pitchFamily="34" charset="0"/>
                <a:ea typeface="Calibri" pitchFamily="34" charset="-122"/>
                <a:cs typeface="Calibri" pitchFamily="34" charset="-120"/>
              </a:rPr>
              <a:t>#4</a:t>
            </a:r>
            <a:endParaRPr lang="fr-FR" sz="1300" noProof="0"/>
          </a:p>
        </p:txBody>
      </p:sp>
      <p:sp>
        <p:nvSpPr>
          <p:cNvPr id="66" name="Text 64"/>
          <p:cNvSpPr/>
          <p:nvPr/>
        </p:nvSpPr>
        <p:spPr>
          <a:xfrm>
            <a:off x="5266944" y="3291840"/>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0_1539</a:t>
            </a:r>
            <a:endParaRPr lang="fr-FR" sz="1200" noProof="0"/>
          </a:p>
        </p:txBody>
      </p:sp>
      <p:sp>
        <p:nvSpPr>
          <p:cNvPr id="67" name="Text 65"/>
          <p:cNvSpPr/>
          <p:nvPr/>
        </p:nvSpPr>
        <p:spPr>
          <a:xfrm>
            <a:off x="5266944" y="3529584"/>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0</a:t>
            </a:r>
            <a:endParaRPr lang="fr-FR" sz="900" noProof="0"/>
          </a:p>
        </p:txBody>
      </p:sp>
      <p:sp>
        <p:nvSpPr>
          <p:cNvPr id="68" name="Text 66"/>
          <p:cNvSpPr/>
          <p:nvPr/>
        </p:nvSpPr>
        <p:spPr>
          <a:xfrm>
            <a:off x="7406640" y="3328416"/>
            <a:ext cx="1280160" cy="310896"/>
          </a:xfrm>
          <a:prstGeom prst="rect">
            <a:avLst/>
          </a:prstGeom>
          <a:noFill/>
          <a:ln/>
        </p:spPr>
        <p:txBody>
          <a:bodyPr wrap="square" lIns="0" tIns="0" rIns="0" bIns="0" rtlCol="0" anchor="ctr"/>
          <a:lstStyle/>
          <a:p>
            <a:pPr marL="0" indent="0" algn="r">
              <a:buNone/>
            </a:pPr>
            <a:r>
              <a:rPr lang="fr-FR" sz="1400" b="1" noProof="0">
                <a:solidFill>
                  <a:srgbClr val="C0392B"/>
                </a:solidFill>
                <a:latin typeface="Calibri" pitchFamily="34" charset="0"/>
                <a:ea typeface="Calibri" pitchFamily="34" charset="-122"/>
                <a:cs typeface="Calibri" pitchFamily="34" charset="-120"/>
              </a:rPr>
              <a:t>0,99 €</a:t>
            </a:r>
            <a:endParaRPr lang="fr-FR" sz="1400" noProof="0"/>
          </a:p>
        </p:txBody>
      </p:sp>
      <p:sp>
        <p:nvSpPr>
          <p:cNvPr id="69" name="Shape 67"/>
          <p:cNvSpPr/>
          <p:nvPr/>
        </p:nvSpPr>
        <p:spPr>
          <a:xfrm>
            <a:off x="4754880" y="3822192"/>
            <a:ext cx="4114800" cy="512064"/>
          </a:xfrm>
          <a:prstGeom prst="rect">
            <a:avLst/>
          </a:prstGeom>
          <a:solidFill>
            <a:srgbClr val="FFFFFF"/>
          </a:solidFill>
          <a:ln w="6350">
            <a:solidFill>
              <a:srgbClr val="D1DCE8"/>
            </a:solidFill>
            <a:prstDash val="solid"/>
          </a:ln>
        </p:spPr>
        <p:txBody>
          <a:bodyPr/>
          <a:lstStyle/>
          <a:p>
            <a:endParaRPr lang="fr-FR" noProof="0"/>
          </a:p>
        </p:txBody>
      </p:sp>
      <p:sp>
        <p:nvSpPr>
          <p:cNvPr id="70" name="Shape 68"/>
          <p:cNvSpPr/>
          <p:nvPr/>
        </p:nvSpPr>
        <p:spPr>
          <a:xfrm>
            <a:off x="4754880" y="3822192"/>
            <a:ext cx="54864" cy="512064"/>
          </a:xfrm>
          <a:prstGeom prst="rect">
            <a:avLst/>
          </a:prstGeom>
          <a:solidFill>
            <a:srgbClr val="C0392B"/>
          </a:solidFill>
          <a:ln/>
        </p:spPr>
        <p:txBody>
          <a:bodyPr/>
          <a:lstStyle/>
          <a:p>
            <a:endParaRPr lang="fr-FR" noProof="0"/>
          </a:p>
        </p:txBody>
      </p:sp>
      <p:sp>
        <p:nvSpPr>
          <p:cNvPr id="71" name="Text 69"/>
          <p:cNvSpPr/>
          <p:nvPr/>
        </p:nvSpPr>
        <p:spPr>
          <a:xfrm>
            <a:off x="4864608" y="3913632"/>
            <a:ext cx="347472" cy="320040"/>
          </a:xfrm>
          <a:prstGeom prst="rect">
            <a:avLst/>
          </a:prstGeom>
          <a:noFill/>
          <a:ln/>
        </p:spPr>
        <p:txBody>
          <a:bodyPr wrap="square" lIns="0" tIns="0" rIns="0" bIns="0" rtlCol="0" anchor="ctr"/>
          <a:lstStyle/>
          <a:p>
            <a:pPr marL="0" indent="0">
              <a:buNone/>
            </a:pPr>
            <a:r>
              <a:rPr lang="fr-FR" sz="1300" b="1" noProof="0">
                <a:solidFill>
                  <a:srgbClr val="C0392B"/>
                </a:solidFill>
                <a:latin typeface="Calibri" pitchFamily="34" charset="0"/>
                <a:ea typeface="Calibri" pitchFamily="34" charset="-122"/>
                <a:cs typeface="Calibri" pitchFamily="34" charset="-120"/>
              </a:rPr>
              <a:t>#5</a:t>
            </a:r>
            <a:endParaRPr lang="fr-FR" sz="1300" noProof="0"/>
          </a:p>
        </p:txBody>
      </p:sp>
      <p:sp>
        <p:nvSpPr>
          <p:cNvPr id="72" name="Text 70"/>
          <p:cNvSpPr/>
          <p:nvPr/>
        </p:nvSpPr>
        <p:spPr>
          <a:xfrm>
            <a:off x="5266944" y="3877056"/>
            <a:ext cx="1463040" cy="256032"/>
          </a:xfrm>
          <a:prstGeom prst="rect">
            <a:avLst/>
          </a:prstGeom>
          <a:noFill/>
          <a:ln/>
        </p:spPr>
        <p:txBody>
          <a:bodyPr wrap="square" lIns="0" tIns="0" rIns="0" bIns="0" rtlCol="0" anchor="ctr"/>
          <a:lstStyle/>
          <a:p>
            <a:pPr marL="0" indent="0">
              <a:buNone/>
            </a:pPr>
            <a:r>
              <a:rPr lang="fr-FR" sz="1200" b="1" noProof="0">
                <a:solidFill>
                  <a:srgbClr val="1B2A4A"/>
                </a:solidFill>
                <a:latin typeface="Calibri" pitchFamily="34" charset="0"/>
                <a:ea typeface="Calibri" pitchFamily="34" charset="-122"/>
                <a:cs typeface="Calibri" pitchFamily="34" charset="-120"/>
              </a:rPr>
              <a:t>0_1191</a:t>
            </a:r>
            <a:endParaRPr lang="fr-FR" sz="1200" noProof="0"/>
          </a:p>
        </p:txBody>
      </p:sp>
      <p:sp>
        <p:nvSpPr>
          <p:cNvPr id="73" name="Text 71"/>
          <p:cNvSpPr/>
          <p:nvPr/>
        </p:nvSpPr>
        <p:spPr>
          <a:xfrm>
            <a:off x="5266944" y="4114800"/>
            <a:ext cx="1463040" cy="18288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Catégorie 0</a:t>
            </a:r>
            <a:endParaRPr lang="fr-FR" sz="900" noProof="0"/>
          </a:p>
        </p:txBody>
      </p:sp>
      <p:sp>
        <p:nvSpPr>
          <p:cNvPr id="74" name="Text 72"/>
          <p:cNvSpPr/>
          <p:nvPr/>
        </p:nvSpPr>
        <p:spPr>
          <a:xfrm>
            <a:off x="7406640" y="3913632"/>
            <a:ext cx="1280160" cy="310896"/>
          </a:xfrm>
          <a:prstGeom prst="rect">
            <a:avLst/>
          </a:prstGeom>
          <a:noFill/>
          <a:ln/>
        </p:spPr>
        <p:txBody>
          <a:bodyPr wrap="square" lIns="0" tIns="0" rIns="0" bIns="0" rtlCol="0" anchor="ctr"/>
          <a:lstStyle/>
          <a:p>
            <a:pPr marL="0" indent="0" algn="r">
              <a:buNone/>
            </a:pPr>
            <a:r>
              <a:rPr lang="fr-FR" sz="1400" b="1" noProof="0">
                <a:solidFill>
                  <a:srgbClr val="C0392B"/>
                </a:solidFill>
                <a:latin typeface="Calibri" pitchFamily="34" charset="0"/>
                <a:ea typeface="Calibri" pitchFamily="34" charset="-122"/>
                <a:cs typeface="Calibri" pitchFamily="34" charset="-120"/>
              </a:rPr>
              <a:t>0,99 €</a:t>
            </a:r>
            <a:endParaRPr lang="fr-FR" sz="1400" noProof="0"/>
          </a:p>
        </p:txBody>
      </p:sp>
      <p:sp>
        <p:nvSpPr>
          <p:cNvPr id="75" name="Shape 73"/>
          <p:cNvSpPr/>
          <p:nvPr/>
        </p:nvSpPr>
        <p:spPr>
          <a:xfrm>
            <a:off x="4754880" y="4453128"/>
            <a:ext cx="4114800" cy="274320"/>
          </a:xfrm>
          <a:prstGeom prst="rect">
            <a:avLst/>
          </a:prstGeom>
          <a:solidFill>
            <a:srgbClr val="FFF0EE"/>
          </a:solidFill>
          <a:ln w="6350">
            <a:solidFill>
              <a:srgbClr val="C0392B"/>
            </a:solidFill>
            <a:prstDash val="solid"/>
          </a:ln>
        </p:spPr>
        <p:txBody>
          <a:bodyPr/>
          <a:lstStyle/>
          <a:p>
            <a:endParaRPr lang="fr-FR" noProof="0"/>
          </a:p>
        </p:txBody>
      </p:sp>
      <p:sp>
        <p:nvSpPr>
          <p:cNvPr id="76" name="Text 74"/>
          <p:cNvSpPr/>
          <p:nvPr/>
        </p:nvSpPr>
        <p:spPr>
          <a:xfrm>
            <a:off x="4800600" y="4453128"/>
            <a:ext cx="4023360" cy="274320"/>
          </a:xfrm>
          <a:prstGeom prst="rect">
            <a:avLst/>
          </a:prstGeom>
          <a:noFill/>
          <a:ln/>
        </p:spPr>
        <p:txBody>
          <a:bodyPr wrap="square" lIns="0" tIns="0" rIns="0" bIns="0" rtlCol="0" anchor="ctr"/>
          <a:lstStyle/>
          <a:p>
            <a:pPr marL="0" indent="0" algn="ctr">
              <a:buNone/>
            </a:pPr>
            <a:r>
              <a:rPr lang="fr-FR" sz="850" i="1" noProof="0">
                <a:solidFill>
                  <a:srgbClr val="C0392B"/>
                </a:solidFill>
                <a:latin typeface="Calibri" pitchFamily="34" charset="0"/>
                <a:ea typeface="Calibri" pitchFamily="34" charset="-122"/>
                <a:cs typeface="Calibri" pitchFamily="34" charset="-120"/>
              </a:rPr>
              <a:t>Tous en Catégorie 0 → opportunité de révision du catalogue</a:t>
            </a:r>
            <a:endParaRPr lang="fr-FR" sz="850" noProof="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06 — Profils clients : segmentation &amp; concentration</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Répartition BtoB/BtoC du CA et courbe de Lorenz (concentration clients)</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8</a:t>
            </a:r>
            <a:endParaRPr lang="fr-FR" sz="800" noProof="0"/>
          </a:p>
        </p:txBody>
      </p:sp>
      <p:sp>
        <p:nvSpPr>
          <p:cNvPr id="9" name="Text 7"/>
          <p:cNvSpPr/>
          <p:nvPr/>
        </p:nvSpPr>
        <p:spPr>
          <a:xfrm>
            <a:off x="274320" y="1051560"/>
            <a:ext cx="3840480" cy="256032"/>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Répartition du CA total</a:t>
            </a:r>
            <a:endParaRPr lang="fr-FR" sz="1000" noProof="0"/>
          </a:p>
        </p:txBody>
      </p:sp>
      <p:sp>
        <p:nvSpPr>
          <p:cNvPr id="11" name="Text 8"/>
          <p:cNvSpPr/>
          <p:nvPr/>
        </p:nvSpPr>
        <p:spPr>
          <a:xfrm>
            <a:off x="4297680" y="1051560"/>
            <a:ext cx="4572000" cy="256032"/>
          </a:xfrm>
          <a:prstGeom prst="rect">
            <a:avLst/>
          </a:prstGeom>
          <a:noFill/>
          <a:ln/>
        </p:spPr>
        <p:txBody>
          <a:bodyPr wrap="square" lIns="0" tIns="0" rIns="0" bIns="0" rtlCol="0" anchor="ctr"/>
          <a:lstStyle/>
          <a:p>
            <a:pPr marL="0" indent="0" algn="ctr">
              <a:buNone/>
            </a:pPr>
            <a:r>
              <a:rPr lang="fr-FR" sz="1000" b="1" noProof="0">
                <a:solidFill>
                  <a:srgbClr val="1B2A4A"/>
                </a:solidFill>
                <a:latin typeface="Calibri" pitchFamily="34" charset="0"/>
                <a:ea typeface="Calibri" pitchFamily="34" charset="-122"/>
                <a:cs typeface="Calibri" pitchFamily="34" charset="-120"/>
              </a:rPr>
              <a:t>Courbe de Lorenz — Concentration du CA BtoC</a:t>
            </a:r>
            <a:endParaRPr lang="fr-FR" sz="1000" noProof="0"/>
          </a:p>
        </p:txBody>
      </p:sp>
      <p:sp>
        <p:nvSpPr>
          <p:cNvPr id="13" name="Shape 9"/>
          <p:cNvSpPr/>
          <p:nvPr/>
        </p:nvSpPr>
        <p:spPr>
          <a:xfrm>
            <a:off x="4297680" y="4407408"/>
            <a:ext cx="4572000" cy="310896"/>
          </a:xfrm>
          <a:prstGeom prst="rect">
            <a:avLst/>
          </a:prstGeom>
          <a:solidFill>
            <a:srgbClr val="E8F4F8"/>
          </a:solidFill>
          <a:ln w="6350">
            <a:solidFill>
              <a:srgbClr val="0D6E8A"/>
            </a:solidFill>
            <a:prstDash val="solid"/>
          </a:ln>
        </p:spPr>
        <p:txBody>
          <a:bodyPr/>
          <a:lstStyle/>
          <a:p>
            <a:endParaRPr lang="fr-FR" noProof="0"/>
          </a:p>
        </p:txBody>
      </p:sp>
      <p:sp>
        <p:nvSpPr>
          <p:cNvPr id="14" name="Text 10"/>
          <p:cNvSpPr/>
          <p:nvPr/>
        </p:nvSpPr>
        <p:spPr>
          <a:xfrm>
            <a:off x="4343400" y="4416552"/>
            <a:ext cx="4480560" cy="292608"/>
          </a:xfrm>
          <a:prstGeom prst="rect">
            <a:avLst/>
          </a:prstGeom>
          <a:noFill/>
          <a:ln/>
        </p:spPr>
        <p:txBody>
          <a:bodyPr wrap="square" lIns="0" tIns="0" rIns="0" bIns="0" rtlCol="0" anchor="ctr"/>
          <a:lstStyle/>
          <a:p>
            <a:pPr marL="0" indent="0" algn="ctr">
              <a:buNone/>
            </a:pPr>
            <a:r>
              <a:rPr lang="fr-FR" sz="850" i="1" noProof="0">
                <a:solidFill>
                  <a:srgbClr val="0D6E8A"/>
                </a:solidFill>
                <a:latin typeface="Calibri" pitchFamily="34" charset="0"/>
                <a:ea typeface="Calibri" pitchFamily="34" charset="-122"/>
                <a:cs typeface="Calibri" pitchFamily="34" charset="-120"/>
              </a:rPr>
              <a:t>Gini = 0,40 → concentration modérée, la clientèle est relativement homogène en termes de dépenses.</a:t>
            </a:r>
            <a:endParaRPr lang="fr-FR" sz="850" noProof="0"/>
          </a:p>
        </p:txBody>
      </p:sp>
      <p:pic>
        <p:nvPicPr>
          <p:cNvPr id="16" name="Image 15">
            <a:extLst>
              <a:ext uri="{FF2B5EF4-FFF2-40B4-BE49-F238E27FC236}">
                <a16:creationId xmlns:a16="http://schemas.microsoft.com/office/drawing/2014/main" id="{93870C54-BA48-DC9F-940A-8657ABA2D0F7}"/>
              </a:ext>
            </a:extLst>
          </p:cNvPr>
          <p:cNvPicPr>
            <a:picLocks noChangeAspect="1"/>
          </p:cNvPicPr>
          <p:nvPr/>
        </p:nvPicPr>
        <p:blipFill>
          <a:blip r:embed="rId3"/>
          <a:stretch>
            <a:fillRect/>
          </a:stretch>
        </p:blipFill>
        <p:spPr>
          <a:xfrm>
            <a:off x="491384" y="1307592"/>
            <a:ext cx="3406352" cy="3410712"/>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pic>
        <p:nvPicPr>
          <p:cNvPr id="18" name="Image 17">
            <a:extLst>
              <a:ext uri="{FF2B5EF4-FFF2-40B4-BE49-F238E27FC236}">
                <a16:creationId xmlns:a16="http://schemas.microsoft.com/office/drawing/2014/main" id="{4394C0B9-EBE4-D29B-BA21-ABF92127EA15}"/>
              </a:ext>
            </a:extLst>
          </p:cNvPr>
          <p:cNvPicPr>
            <a:picLocks noChangeAspect="1"/>
          </p:cNvPicPr>
          <p:nvPr/>
        </p:nvPicPr>
        <p:blipFill>
          <a:blip r:embed="rId4"/>
          <a:stretch>
            <a:fillRect/>
          </a:stretch>
        </p:blipFill>
        <p:spPr>
          <a:xfrm>
            <a:off x="4297680" y="1307591"/>
            <a:ext cx="4572000" cy="3081623"/>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07 — Âge &amp; Chiffre d'affaires</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Corrélation entre l'âge des clients et le CA généré — segment BtoC</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 </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9</a:t>
            </a:r>
            <a:endParaRPr lang="fr-FR" sz="800" noProof="0"/>
          </a:p>
        </p:txBody>
      </p:sp>
      <p:sp>
        <p:nvSpPr>
          <p:cNvPr id="11" name="Shape 9"/>
          <p:cNvSpPr/>
          <p:nvPr/>
        </p:nvSpPr>
        <p:spPr>
          <a:xfrm>
            <a:off x="5806440" y="1143000"/>
            <a:ext cx="3063240"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2" name="Shape 10"/>
          <p:cNvSpPr/>
          <p:nvPr/>
        </p:nvSpPr>
        <p:spPr>
          <a:xfrm>
            <a:off x="5806440" y="1143000"/>
            <a:ext cx="3063240" cy="50292"/>
          </a:xfrm>
          <a:prstGeom prst="rect">
            <a:avLst/>
          </a:prstGeom>
          <a:solidFill>
            <a:srgbClr val="C0392B"/>
          </a:solidFill>
          <a:ln/>
        </p:spPr>
        <p:txBody>
          <a:bodyPr/>
          <a:lstStyle/>
          <a:p>
            <a:endParaRPr lang="fr-FR" noProof="0"/>
          </a:p>
        </p:txBody>
      </p:sp>
      <p:sp>
        <p:nvSpPr>
          <p:cNvPr id="13" name="Text 11"/>
          <p:cNvSpPr/>
          <p:nvPr/>
        </p:nvSpPr>
        <p:spPr>
          <a:xfrm>
            <a:off x="5971032" y="1234440"/>
            <a:ext cx="2788920" cy="2286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Résultat</a:t>
            </a:r>
            <a:endParaRPr lang="fr-FR" sz="900" noProof="0"/>
          </a:p>
        </p:txBody>
      </p:sp>
      <p:sp>
        <p:nvSpPr>
          <p:cNvPr id="14" name="Text 12"/>
          <p:cNvSpPr/>
          <p:nvPr/>
        </p:nvSpPr>
        <p:spPr>
          <a:xfrm>
            <a:off x="5971032" y="1435608"/>
            <a:ext cx="2788920" cy="411480"/>
          </a:xfrm>
          <a:prstGeom prst="rect">
            <a:avLst/>
          </a:prstGeom>
          <a:noFill/>
          <a:ln/>
        </p:spPr>
        <p:txBody>
          <a:bodyPr wrap="square" lIns="0" tIns="0" rIns="0" bIns="0" rtlCol="0" anchor="ctr"/>
          <a:lstStyle/>
          <a:p>
            <a:pPr marL="0" indent="0">
              <a:buNone/>
            </a:pPr>
            <a:r>
              <a:rPr lang="fr-FR" sz="2600" b="1" noProof="0">
                <a:solidFill>
                  <a:srgbClr val="C0392B"/>
                </a:solidFill>
                <a:latin typeface="Calibri" pitchFamily="34" charset="0"/>
                <a:ea typeface="Calibri" pitchFamily="34" charset="-122"/>
                <a:cs typeface="Calibri" pitchFamily="34" charset="-120"/>
              </a:rPr>
              <a:t>−0,88</a:t>
            </a:r>
            <a:endParaRPr lang="fr-FR" sz="2600" noProof="0"/>
          </a:p>
        </p:txBody>
      </p:sp>
      <p:sp>
        <p:nvSpPr>
          <p:cNvPr id="15" name="Text 13"/>
          <p:cNvSpPr/>
          <p:nvPr/>
        </p:nvSpPr>
        <p:spPr>
          <a:xfrm>
            <a:off x="5971032" y="1828800"/>
            <a:ext cx="2788920" cy="228600"/>
          </a:xfrm>
          <a:prstGeom prst="rect">
            <a:avLst/>
          </a:prstGeom>
          <a:noFill/>
          <a:ln/>
        </p:spPr>
        <p:txBody>
          <a:bodyPr wrap="square" lIns="0" tIns="0" rIns="0" bIns="0" rtlCol="0" anchor="ctr"/>
          <a:lstStyle/>
          <a:p>
            <a:pPr marL="0" indent="0">
              <a:buNone/>
            </a:pPr>
            <a:r>
              <a:rPr lang="fr-FR" sz="1100" b="1" noProof="0">
                <a:solidFill>
                  <a:srgbClr val="C0392B"/>
                </a:solidFill>
                <a:latin typeface="Calibri" pitchFamily="34" charset="0"/>
                <a:ea typeface="Calibri" pitchFamily="34" charset="-122"/>
                <a:cs typeface="Calibri" pitchFamily="34" charset="-120"/>
              </a:rPr>
              <a:t>Corrélation forte</a:t>
            </a:r>
            <a:endParaRPr lang="fr-FR" sz="1100" noProof="0"/>
          </a:p>
        </p:txBody>
      </p:sp>
      <p:sp>
        <p:nvSpPr>
          <p:cNvPr id="16" name="Shape 14"/>
          <p:cNvSpPr/>
          <p:nvPr/>
        </p:nvSpPr>
        <p:spPr>
          <a:xfrm>
            <a:off x="5806440" y="2103120"/>
            <a:ext cx="3063240" cy="22860"/>
          </a:xfrm>
          <a:prstGeom prst="rect">
            <a:avLst/>
          </a:prstGeom>
          <a:solidFill>
            <a:srgbClr val="D1DCE8"/>
          </a:solidFill>
          <a:ln/>
        </p:spPr>
        <p:txBody>
          <a:bodyPr/>
          <a:lstStyle/>
          <a:p>
            <a:endParaRPr lang="fr-FR" noProof="0"/>
          </a:p>
        </p:txBody>
      </p:sp>
      <p:sp>
        <p:nvSpPr>
          <p:cNvPr id="17" name="Text 15"/>
          <p:cNvSpPr/>
          <p:nvPr/>
        </p:nvSpPr>
        <p:spPr>
          <a:xfrm>
            <a:off x="5971032" y="2148840"/>
            <a:ext cx="27889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Conclusion</a:t>
            </a:r>
            <a:endParaRPr lang="fr-FR" sz="900" noProof="0"/>
          </a:p>
        </p:txBody>
      </p:sp>
      <p:sp>
        <p:nvSpPr>
          <p:cNvPr id="18" name="Text 16"/>
          <p:cNvSpPr/>
          <p:nvPr/>
        </p:nvSpPr>
        <p:spPr>
          <a:xfrm>
            <a:off x="5971032" y="2350008"/>
            <a:ext cx="2788920" cy="594360"/>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Les clients jeunes génèrent davantage de CA global. Toutefois, cet effet est lié au volume : une fois ramené au client individuel, la corrélation tombe à −0,18.</a:t>
            </a:r>
            <a:endParaRPr lang="fr-FR" sz="1000" noProof="0"/>
          </a:p>
        </p:txBody>
      </p:sp>
      <p:sp>
        <p:nvSpPr>
          <p:cNvPr id="19" name="Shape 17"/>
          <p:cNvSpPr/>
          <p:nvPr/>
        </p:nvSpPr>
        <p:spPr>
          <a:xfrm>
            <a:off x="5806440" y="3017520"/>
            <a:ext cx="3063240" cy="22860"/>
          </a:xfrm>
          <a:prstGeom prst="rect">
            <a:avLst/>
          </a:prstGeom>
          <a:solidFill>
            <a:srgbClr val="C0392B"/>
          </a:solidFill>
          <a:ln/>
        </p:spPr>
        <p:txBody>
          <a:bodyPr/>
          <a:lstStyle/>
          <a:p>
            <a:endParaRPr lang="fr-FR" noProof="0"/>
          </a:p>
        </p:txBody>
      </p:sp>
      <p:sp>
        <p:nvSpPr>
          <p:cNvPr id="20" name="Text 18"/>
          <p:cNvSpPr/>
          <p:nvPr/>
        </p:nvSpPr>
        <p:spPr>
          <a:xfrm>
            <a:off x="5971032" y="3063240"/>
            <a:ext cx="2788920" cy="201168"/>
          </a:xfrm>
          <a:prstGeom prst="rect">
            <a:avLst/>
          </a:prstGeom>
          <a:noFill/>
          <a:ln/>
        </p:spPr>
        <p:txBody>
          <a:bodyPr wrap="square" lIns="0" tIns="0" rIns="0" bIns="0" rtlCol="0" anchor="ctr"/>
          <a:lstStyle/>
          <a:p>
            <a:pPr marL="0" indent="0">
              <a:buNone/>
            </a:pPr>
            <a:r>
              <a:rPr lang="fr-FR" sz="900" b="1" noProof="0">
                <a:solidFill>
                  <a:srgbClr val="C0392B"/>
                </a:solidFill>
                <a:latin typeface="Calibri" pitchFamily="34" charset="0"/>
                <a:ea typeface="Calibri" pitchFamily="34" charset="-122"/>
                <a:cs typeface="Calibri" pitchFamily="34" charset="-120"/>
              </a:rPr>
              <a:t>→ Recommandation</a:t>
            </a:r>
            <a:endParaRPr lang="fr-FR" sz="900" noProof="0"/>
          </a:p>
        </p:txBody>
      </p:sp>
      <p:sp>
        <p:nvSpPr>
          <p:cNvPr id="21" name="Text 19"/>
          <p:cNvSpPr/>
          <p:nvPr/>
        </p:nvSpPr>
        <p:spPr>
          <a:xfrm>
            <a:off x="5971032" y="3264408"/>
            <a:ext cx="2788920" cy="685800"/>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Cibler les jeunes en acquisition reste pertinent, mais ne pas négliger les seniors dont la valeur individuelle est sous-estimée.</a:t>
            </a:r>
            <a:endParaRPr lang="fr-FR" sz="1000" noProof="0"/>
          </a:p>
        </p:txBody>
      </p:sp>
      <p:pic>
        <p:nvPicPr>
          <p:cNvPr id="29" name="Image 28">
            <a:extLst>
              <a:ext uri="{FF2B5EF4-FFF2-40B4-BE49-F238E27FC236}">
                <a16:creationId xmlns:a16="http://schemas.microsoft.com/office/drawing/2014/main" id="{A4D84567-A7FA-45F3-E9A3-72EE504AD03A}"/>
              </a:ext>
            </a:extLst>
          </p:cNvPr>
          <p:cNvPicPr>
            <a:picLocks noChangeAspect="1"/>
          </p:cNvPicPr>
          <p:nvPr/>
        </p:nvPicPr>
        <p:blipFill>
          <a:blip r:embed="rId3"/>
          <a:srcRect/>
          <a:stretch/>
        </p:blipFill>
        <p:spPr>
          <a:xfrm>
            <a:off x="320040" y="1143000"/>
            <a:ext cx="5364480"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08 — Âge &amp; Fréquence d'achat</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Corrélation entre l'âge des clients et leur fréquence de visite — segment BtoC</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 </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10</a:t>
            </a:r>
            <a:endParaRPr lang="fr-FR" sz="800" noProof="0"/>
          </a:p>
        </p:txBody>
      </p:sp>
      <p:sp>
        <p:nvSpPr>
          <p:cNvPr id="11" name="Shape 9"/>
          <p:cNvSpPr/>
          <p:nvPr/>
        </p:nvSpPr>
        <p:spPr>
          <a:xfrm>
            <a:off x="5806440" y="1143000"/>
            <a:ext cx="3063240"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2" name="Shape 10"/>
          <p:cNvSpPr/>
          <p:nvPr/>
        </p:nvSpPr>
        <p:spPr>
          <a:xfrm>
            <a:off x="5806440" y="1143000"/>
            <a:ext cx="3063240" cy="50292"/>
          </a:xfrm>
          <a:prstGeom prst="rect">
            <a:avLst/>
          </a:prstGeom>
          <a:solidFill>
            <a:srgbClr val="E8A020"/>
          </a:solidFill>
          <a:ln/>
        </p:spPr>
        <p:txBody>
          <a:bodyPr/>
          <a:lstStyle/>
          <a:p>
            <a:endParaRPr lang="fr-FR" noProof="0"/>
          </a:p>
        </p:txBody>
      </p:sp>
      <p:sp>
        <p:nvSpPr>
          <p:cNvPr id="13" name="Text 11"/>
          <p:cNvSpPr/>
          <p:nvPr/>
        </p:nvSpPr>
        <p:spPr>
          <a:xfrm>
            <a:off x="5971032" y="1234440"/>
            <a:ext cx="2788920" cy="2286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Résultat</a:t>
            </a:r>
            <a:endParaRPr lang="fr-FR" sz="900" noProof="0"/>
          </a:p>
        </p:txBody>
      </p:sp>
      <p:sp>
        <p:nvSpPr>
          <p:cNvPr id="14" name="Text 12"/>
          <p:cNvSpPr/>
          <p:nvPr/>
        </p:nvSpPr>
        <p:spPr>
          <a:xfrm>
            <a:off x="5971032" y="1435608"/>
            <a:ext cx="2788920" cy="411480"/>
          </a:xfrm>
          <a:prstGeom prst="rect">
            <a:avLst/>
          </a:prstGeom>
          <a:noFill/>
          <a:ln/>
        </p:spPr>
        <p:txBody>
          <a:bodyPr wrap="square" lIns="0" tIns="0" rIns="0" bIns="0" rtlCol="0" anchor="ctr"/>
          <a:lstStyle/>
          <a:p>
            <a:pPr marL="0" indent="0">
              <a:buNone/>
            </a:pPr>
            <a:r>
              <a:rPr lang="fr-FR" sz="2600" b="1" noProof="0">
                <a:solidFill>
                  <a:srgbClr val="E8A020"/>
                </a:solidFill>
                <a:latin typeface="Calibri" pitchFamily="34" charset="0"/>
                <a:ea typeface="Calibri" pitchFamily="34" charset="-122"/>
                <a:cs typeface="Calibri" pitchFamily="34" charset="-120"/>
              </a:rPr>
              <a:t>+0,11</a:t>
            </a:r>
            <a:endParaRPr lang="fr-FR" sz="2600" noProof="0"/>
          </a:p>
        </p:txBody>
      </p:sp>
      <p:sp>
        <p:nvSpPr>
          <p:cNvPr id="15" name="Text 13"/>
          <p:cNvSpPr/>
          <p:nvPr/>
        </p:nvSpPr>
        <p:spPr>
          <a:xfrm>
            <a:off x="5971032" y="1828800"/>
            <a:ext cx="2788920" cy="228600"/>
          </a:xfrm>
          <a:prstGeom prst="rect">
            <a:avLst/>
          </a:prstGeom>
          <a:noFill/>
          <a:ln/>
        </p:spPr>
        <p:txBody>
          <a:bodyPr wrap="square" lIns="0" tIns="0" rIns="0" bIns="0" rtlCol="0" anchor="ctr"/>
          <a:lstStyle/>
          <a:p>
            <a:pPr marL="0" indent="0">
              <a:buNone/>
            </a:pPr>
            <a:r>
              <a:rPr lang="fr-FR" sz="1100" b="1" noProof="0">
                <a:solidFill>
                  <a:srgbClr val="E8A020"/>
                </a:solidFill>
                <a:latin typeface="Calibri" pitchFamily="34" charset="0"/>
                <a:ea typeface="Calibri" pitchFamily="34" charset="-122"/>
                <a:cs typeface="Calibri" pitchFamily="34" charset="-120"/>
              </a:rPr>
              <a:t>Corrélation faible</a:t>
            </a:r>
            <a:endParaRPr lang="fr-FR" sz="1100" noProof="0"/>
          </a:p>
        </p:txBody>
      </p:sp>
      <p:sp>
        <p:nvSpPr>
          <p:cNvPr id="16" name="Shape 14"/>
          <p:cNvSpPr/>
          <p:nvPr/>
        </p:nvSpPr>
        <p:spPr>
          <a:xfrm>
            <a:off x="5806440" y="2103120"/>
            <a:ext cx="3063240" cy="22860"/>
          </a:xfrm>
          <a:prstGeom prst="rect">
            <a:avLst/>
          </a:prstGeom>
          <a:solidFill>
            <a:srgbClr val="D1DCE8"/>
          </a:solidFill>
          <a:ln/>
        </p:spPr>
        <p:txBody>
          <a:bodyPr/>
          <a:lstStyle/>
          <a:p>
            <a:endParaRPr lang="fr-FR" noProof="0"/>
          </a:p>
        </p:txBody>
      </p:sp>
      <p:sp>
        <p:nvSpPr>
          <p:cNvPr id="17" name="Text 15"/>
          <p:cNvSpPr/>
          <p:nvPr/>
        </p:nvSpPr>
        <p:spPr>
          <a:xfrm>
            <a:off x="5971032" y="2148840"/>
            <a:ext cx="27889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Conclusion</a:t>
            </a:r>
            <a:endParaRPr lang="fr-FR" sz="900" noProof="0"/>
          </a:p>
        </p:txBody>
      </p:sp>
      <p:sp>
        <p:nvSpPr>
          <p:cNvPr id="18" name="Text 16"/>
          <p:cNvSpPr/>
          <p:nvPr/>
        </p:nvSpPr>
        <p:spPr>
          <a:xfrm>
            <a:off x="5971032" y="2350008"/>
            <a:ext cx="2788920" cy="461772"/>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Légère tendance : la fréquence augmente avec l'âge. Effet marginal mais cohérent.</a:t>
            </a:r>
            <a:endParaRPr lang="fr-FR" sz="1000" noProof="0"/>
          </a:p>
        </p:txBody>
      </p:sp>
      <p:sp>
        <p:nvSpPr>
          <p:cNvPr id="19" name="Shape 17"/>
          <p:cNvSpPr/>
          <p:nvPr/>
        </p:nvSpPr>
        <p:spPr>
          <a:xfrm>
            <a:off x="5806440" y="3017520"/>
            <a:ext cx="3063240" cy="22860"/>
          </a:xfrm>
          <a:prstGeom prst="rect">
            <a:avLst/>
          </a:prstGeom>
          <a:solidFill>
            <a:srgbClr val="E8A020"/>
          </a:solidFill>
          <a:ln/>
        </p:spPr>
        <p:txBody>
          <a:bodyPr/>
          <a:lstStyle/>
          <a:p>
            <a:endParaRPr lang="fr-FR" noProof="0"/>
          </a:p>
        </p:txBody>
      </p:sp>
      <p:sp>
        <p:nvSpPr>
          <p:cNvPr id="20" name="Text 18"/>
          <p:cNvSpPr/>
          <p:nvPr/>
        </p:nvSpPr>
        <p:spPr>
          <a:xfrm>
            <a:off x="5971032" y="3063240"/>
            <a:ext cx="2788920" cy="201168"/>
          </a:xfrm>
          <a:prstGeom prst="rect">
            <a:avLst/>
          </a:prstGeom>
          <a:noFill/>
          <a:ln/>
        </p:spPr>
        <p:txBody>
          <a:bodyPr wrap="square" lIns="0" tIns="0" rIns="0" bIns="0" rtlCol="0" anchor="ctr"/>
          <a:lstStyle/>
          <a:p>
            <a:pPr marL="0" indent="0">
              <a:buNone/>
            </a:pPr>
            <a:r>
              <a:rPr lang="fr-FR" sz="900" b="1" noProof="0">
                <a:solidFill>
                  <a:srgbClr val="E8A020"/>
                </a:solidFill>
                <a:latin typeface="Calibri" pitchFamily="34" charset="0"/>
                <a:ea typeface="Calibri" pitchFamily="34" charset="-122"/>
                <a:cs typeface="Calibri" pitchFamily="34" charset="-120"/>
              </a:rPr>
              <a:t>→ Recommandation</a:t>
            </a:r>
            <a:endParaRPr lang="fr-FR" sz="900" noProof="0"/>
          </a:p>
        </p:txBody>
      </p:sp>
      <p:pic>
        <p:nvPicPr>
          <p:cNvPr id="25" name="Image 24">
            <a:extLst>
              <a:ext uri="{FF2B5EF4-FFF2-40B4-BE49-F238E27FC236}">
                <a16:creationId xmlns:a16="http://schemas.microsoft.com/office/drawing/2014/main" id="{4E5F65CE-2D4C-5D28-70F9-F630B70A48DF}"/>
              </a:ext>
            </a:extLst>
          </p:cNvPr>
          <p:cNvPicPr>
            <a:picLocks noChangeAspect="1"/>
          </p:cNvPicPr>
          <p:nvPr/>
        </p:nvPicPr>
        <p:blipFill>
          <a:blip r:embed="rId3"/>
          <a:stretch>
            <a:fillRect/>
          </a:stretch>
        </p:blipFill>
        <p:spPr>
          <a:xfrm>
            <a:off x="306759" y="1143000"/>
            <a:ext cx="5357513" cy="3515868"/>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
        <p:nvSpPr>
          <p:cNvPr id="21" name="Text 19"/>
          <p:cNvSpPr/>
          <p:nvPr/>
        </p:nvSpPr>
        <p:spPr>
          <a:xfrm>
            <a:off x="5971032" y="3264408"/>
            <a:ext cx="2788920" cy="685800"/>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Un programme de fidélité ciblé 50+ pourrait amplifier cet avantage naturel et sécuriser un socle de revenus récurrents.</a:t>
            </a:r>
            <a:endParaRPr lang="fr-FR" sz="1000" noProof="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09 — Tranche d'âge &amp; Catégorie favorite</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Influence de la tranche d'âge sur la catégorie de produits préférée — segment BtoC</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 </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11</a:t>
            </a:r>
            <a:endParaRPr lang="fr-FR" sz="800" noProof="0"/>
          </a:p>
        </p:txBody>
      </p:sp>
      <p:sp>
        <p:nvSpPr>
          <p:cNvPr id="11" name="Shape 9"/>
          <p:cNvSpPr/>
          <p:nvPr/>
        </p:nvSpPr>
        <p:spPr>
          <a:xfrm>
            <a:off x="5806440" y="1143000"/>
            <a:ext cx="3063240" cy="3520440"/>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txBody>
          <a:bodyPr/>
          <a:lstStyle/>
          <a:p>
            <a:endParaRPr lang="fr-FR" noProof="0"/>
          </a:p>
        </p:txBody>
      </p:sp>
      <p:sp>
        <p:nvSpPr>
          <p:cNvPr id="12" name="Shape 10"/>
          <p:cNvSpPr/>
          <p:nvPr/>
        </p:nvSpPr>
        <p:spPr>
          <a:xfrm>
            <a:off x="5806440" y="1143000"/>
            <a:ext cx="3063240" cy="50292"/>
          </a:xfrm>
          <a:prstGeom prst="rect">
            <a:avLst/>
          </a:prstGeom>
          <a:solidFill>
            <a:srgbClr val="2D7D46"/>
          </a:solidFill>
          <a:ln/>
        </p:spPr>
        <p:txBody>
          <a:bodyPr/>
          <a:lstStyle/>
          <a:p>
            <a:endParaRPr lang="fr-FR" noProof="0"/>
          </a:p>
        </p:txBody>
      </p:sp>
      <p:sp>
        <p:nvSpPr>
          <p:cNvPr id="13" name="Text 11"/>
          <p:cNvSpPr/>
          <p:nvPr/>
        </p:nvSpPr>
        <p:spPr>
          <a:xfrm>
            <a:off x="5971032" y="1234440"/>
            <a:ext cx="2788920" cy="2286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Résultat</a:t>
            </a:r>
            <a:endParaRPr lang="fr-FR" sz="900" noProof="0"/>
          </a:p>
        </p:txBody>
      </p:sp>
      <p:sp>
        <p:nvSpPr>
          <p:cNvPr id="14" name="Text 12"/>
          <p:cNvSpPr/>
          <p:nvPr/>
        </p:nvSpPr>
        <p:spPr>
          <a:xfrm>
            <a:off x="5971032" y="1435608"/>
            <a:ext cx="2788920" cy="411480"/>
          </a:xfrm>
          <a:prstGeom prst="rect">
            <a:avLst/>
          </a:prstGeom>
          <a:noFill/>
          <a:ln/>
        </p:spPr>
        <p:txBody>
          <a:bodyPr wrap="square" lIns="0" tIns="0" rIns="0" bIns="0" rtlCol="0" anchor="ctr"/>
          <a:lstStyle/>
          <a:p>
            <a:pPr marL="0" indent="0">
              <a:buNone/>
            </a:pPr>
            <a:r>
              <a:rPr lang="fr-FR" sz="2600" b="1" noProof="0">
                <a:solidFill>
                  <a:srgbClr val="2D7D46"/>
                </a:solidFill>
                <a:latin typeface="Calibri" pitchFamily="34" charset="0"/>
                <a:ea typeface="Calibri" pitchFamily="34" charset="-122"/>
                <a:cs typeface="Calibri" pitchFamily="34" charset="-120"/>
              </a:rPr>
              <a:t>0,416</a:t>
            </a:r>
            <a:endParaRPr lang="fr-FR" sz="2600" noProof="0"/>
          </a:p>
        </p:txBody>
      </p:sp>
      <p:sp>
        <p:nvSpPr>
          <p:cNvPr id="15" name="Text 13"/>
          <p:cNvSpPr/>
          <p:nvPr/>
        </p:nvSpPr>
        <p:spPr>
          <a:xfrm>
            <a:off x="5971032" y="1828800"/>
            <a:ext cx="2788920" cy="228600"/>
          </a:xfrm>
          <a:prstGeom prst="rect">
            <a:avLst/>
          </a:prstGeom>
          <a:noFill/>
          <a:ln/>
        </p:spPr>
        <p:txBody>
          <a:bodyPr wrap="square" lIns="0" tIns="0" rIns="0" bIns="0" rtlCol="0" anchor="ctr"/>
          <a:lstStyle/>
          <a:p>
            <a:pPr marL="0" indent="0">
              <a:buNone/>
            </a:pPr>
            <a:r>
              <a:rPr lang="fr-FR" sz="1100" b="1" noProof="0">
                <a:solidFill>
                  <a:srgbClr val="2D7D46"/>
                </a:solidFill>
                <a:latin typeface="Calibri" pitchFamily="34" charset="0"/>
                <a:ea typeface="Calibri" pitchFamily="34" charset="-122"/>
                <a:cs typeface="Calibri" pitchFamily="34" charset="-120"/>
              </a:rPr>
              <a:t>V de Cramer — Fort</a:t>
            </a:r>
            <a:endParaRPr lang="fr-FR" sz="1100" noProof="0"/>
          </a:p>
        </p:txBody>
      </p:sp>
      <p:sp>
        <p:nvSpPr>
          <p:cNvPr id="16" name="Shape 14"/>
          <p:cNvSpPr/>
          <p:nvPr/>
        </p:nvSpPr>
        <p:spPr>
          <a:xfrm>
            <a:off x="5806440" y="2103120"/>
            <a:ext cx="3063240" cy="22860"/>
          </a:xfrm>
          <a:prstGeom prst="rect">
            <a:avLst/>
          </a:prstGeom>
          <a:solidFill>
            <a:srgbClr val="D1DCE8"/>
          </a:solidFill>
          <a:ln/>
        </p:spPr>
        <p:txBody>
          <a:bodyPr/>
          <a:lstStyle/>
          <a:p>
            <a:endParaRPr lang="fr-FR" noProof="0"/>
          </a:p>
        </p:txBody>
      </p:sp>
      <p:sp>
        <p:nvSpPr>
          <p:cNvPr id="17" name="Text 15"/>
          <p:cNvSpPr/>
          <p:nvPr/>
        </p:nvSpPr>
        <p:spPr>
          <a:xfrm>
            <a:off x="5971032" y="2148840"/>
            <a:ext cx="2788920" cy="201168"/>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Conclusion</a:t>
            </a:r>
            <a:endParaRPr lang="fr-FR" sz="900" noProof="0"/>
          </a:p>
        </p:txBody>
      </p:sp>
      <p:sp>
        <p:nvSpPr>
          <p:cNvPr id="18" name="Text 16"/>
          <p:cNvSpPr/>
          <p:nvPr/>
        </p:nvSpPr>
        <p:spPr>
          <a:xfrm>
            <a:off x="5971032" y="2350008"/>
            <a:ext cx="2788920" cy="594360"/>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La tranche d'âge est le meilleur prédicteur de la catégorie favorite. Les profils d'achat diffèrent significativement entre 18–34, 35–59 et 60+.</a:t>
            </a:r>
            <a:endParaRPr lang="fr-FR" sz="1000" noProof="0"/>
          </a:p>
        </p:txBody>
      </p:sp>
      <p:sp>
        <p:nvSpPr>
          <p:cNvPr id="19" name="Shape 17"/>
          <p:cNvSpPr/>
          <p:nvPr/>
        </p:nvSpPr>
        <p:spPr>
          <a:xfrm>
            <a:off x="5806440" y="3017520"/>
            <a:ext cx="3063240" cy="22860"/>
          </a:xfrm>
          <a:prstGeom prst="rect">
            <a:avLst/>
          </a:prstGeom>
          <a:solidFill>
            <a:srgbClr val="2D7D46"/>
          </a:solidFill>
          <a:ln/>
        </p:spPr>
        <p:txBody>
          <a:bodyPr/>
          <a:lstStyle/>
          <a:p>
            <a:endParaRPr lang="fr-FR" noProof="0"/>
          </a:p>
        </p:txBody>
      </p:sp>
      <p:sp>
        <p:nvSpPr>
          <p:cNvPr id="20" name="Text 18"/>
          <p:cNvSpPr/>
          <p:nvPr/>
        </p:nvSpPr>
        <p:spPr>
          <a:xfrm>
            <a:off x="5971032" y="3063240"/>
            <a:ext cx="2788920" cy="201168"/>
          </a:xfrm>
          <a:prstGeom prst="rect">
            <a:avLst/>
          </a:prstGeom>
          <a:noFill/>
          <a:ln/>
        </p:spPr>
        <p:txBody>
          <a:bodyPr wrap="square" lIns="0" tIns="0" rIns="0" bIns="0" rtlCol="0" anchor="ctr"/>
          <a:lstStyle/>
          <a:p>
            <a:pPr marL="0" indent="0">
              <a:buNone/>
            </a:pPr>
            <a:r>
              <a:rPr lang="fr-FR" sz="900" b="1" noProof="0">
                <a:solidFill>
                  <a:srgbClr val="2D7D46"/>
                </a:solidFill>
                <a:latin typeface="Calibri" pitchFamily="34" charset="0"/>
                <a:ea typeface="Calibri" pitchFamily="34" charset="-122"/>
                <a:cs typeface="Calibri" pitchFamily="34" charset="-120"/>
              </a:rPr>
              <a:t>→ Recommandation</a:t>
            </a:r>
            <a:endParaRPr lang="fr-FR" sz="900" noProof="0"/>
          </a:p>
        </p:txBody>
      </p:sp>
      <p:sp>
        <p:nvSpPr>
          <p:cNvPr id="21" name="Text 19"/>
          <p:cNvSpPr/>
          <p:nvPr/>
        </p:nvSpPr>
        <p:spPr>
          <a:xfrm>
            <a:off x="5971032" y="3264408"/>
            <a:ext cx="2788920" cy="685800"/>
          </a:xfrm>
          <a:prstGeom prst="rect">
            <a:avLst/>
          </a:prstGeom>
          <a:noFill/>
          <a:ln/>
        </p:spPr>
        <p:txBody>
          <a:bodyPr wrap="square" lIns="0" tIns="0" rIns="0" bIns="0" rtlCol="0" anchor="ctr"/>
          <a:lstStyle/>
          <a:p>
            <a:pPr marL="0" indent="0">
              <a:buNone/>
            </a:pPr>
            <a:r>
              <a:rPr lang="fr-FR" sz="1000" noProof="0">
                <a:solidFill>
                  <a:srgbClr val="1B2A4A"/>
                </a:solidFill>
                <a:latin typeface="Calibri" pitchFamily="34" charset="0"/>
                <a:ea typeface="Calibri" pitchFamily="34" charset="-122"/>
                <a:cs typeface="Calibri" pitchFamily="34" charset="-120"/>
              </a:rPr>
              <a:t>Segmenter les campagnes marketing par tranche d'âge plutôt que par genre. Adapter les recommandations produits selon ce critère.</a:t>
            </a:r>
            <a:endParaRPr lang="fr-FR" sz="1000" noProof="0"/>
          </a:p>
        </p:txBody>
      </p:sp>
      <p:pic>
        <p:nvPicPr>
          <p:cNvPr id="23" name="Image 22">
            <a:extLst>
              <a:ext uri="{FF2B5EF4-FFF2-40B4-BE49-F238E27FC236}">
                <a16:creationId xmlns:a16="http://schemas.microsoft.com/office/drawing/2014/main" id="{BF159C52-F7D6-F510-C272-F6533FCF09C9}"/>
              </a:ext>
            </a:extLst>
          </p:cNvPr>
          <p:cNvPicPr>
            <a:picLocks noChangeAspect="1"/>
          </p:cNvPicPr>
          <p:nvPr/>
        </p:nvPicPr>
        <p:blipFill>
          <a:blip r:embed="rId3"/>
          <a:stretch>
            <a:fillRect/>
          </a:stretch>
        </p:blipFill>
        <p:spPr>
          <a:xfrm>
            <a:off x="274320" y="1147572"/>
            <a:ext cx="5357512" cy="3515868"/>
          </a:xfrm>
          <a:prstGeom prst="rect">
            <a:avLst/>
          </a:prstGeom>
          <a:solidFill>
            <a:srgbClr val="FFFFFF"/>
          </a:solidFill>
          <a:ln w="6350">
            <a:solidFill>
              <a:srgbClr val="D1DCE8"/>
            </a:solidFill>
            <a:prstDash val="solid"/>
          </a:ln>
          <a:effectLst>
            <a:outerShdw blurRad="101600" dist="38100" dir="8100000" algn="bl" rotWithShape="0">
              <a:srgbClr val="000000">
                <a:alpha val="1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2A4A"/>
          </a:solidFill>
          <a:ln/>
        </p:spPr>
        <p:txBody>
          <a:bodyPr/>
          <a:lstStyle/>
          <a:p>
            <a:endParaRPr lang="fr-FR" noProof="0"/>
          </a:p>
        </p:txBody>
      </p:sp>
      <p:sp>
        <p:nvSpPr>
          <p:cNvPr id="3" name="Text 1"/>
          <p:cNvSpPr/>
          <p:nvPr/>
        </p:nvSpPr>
        <p:spPr>
          <a:xfrm>
            <a:off x="320040" y="201168"/>
            <a:ext cx="8503920" cy="502920"/>
          </a:xfrm>
          <a:prstGeom prst="rect">
            <a:avLst/>
          </a:prstGeom>
          <a:noFill/>
          <a:ln/>
        </p:spPr>
        <p:txBody>
          <a:bodyPr wrap="square" lIns="0" tIns="0" rIns="0" bIns="0" rtlCol="0" anchor="ctr"/>
          <a:lstStyle/>
          <a:p>
            <a:pPr marL="0" indent="0">
              <a:buNone/>
            </a:pPr>
            <a:r>
              <a:rPr lang="fr-FR" sz="2200" b="1" noProof="0">
                <a:solidFill>
                  <a:srgbClr val="1B2A4A"/>
                </a:solidFill>
                <a:latin typeface="Calibri" pitchFamily="34" charset="0"/>
                <a:ea typeface="Calibri" pitchFamily="34" charset="-122"/>
                <a:cs typeface="Calibri" pitchFamily="34" charset="-120"/>
              </a:rPr>
              <a:t>10 — Synthèse des analyses BtoC</a:t>
            </a:r>
            <a:endParaRPr lang="fr-FR" sz="2200" noProof="0"/>
          </a:p>
        </p:txBody>
      </p:sp>
      <p:sp>
        <p:nvSpPr>
          <p:cNvPr id="4" name="Text 2"/>
          <p:cNvSpPr/>
          <p:nvPr/>
        </p:nvSpPr>
        <p:spPr>
          <a:xfrm>
            <a:off x="320040" y="704088"/>
            <a:ext cx="8503920" cy="256032"/>
          </a:xfrm>
          <a:prstGeom prst="rect">
            <a:avLst/>
          </a:prstGeom>
          <a:noFill/>
          <a:ln/>
        </p:spPr>
        <p:txBody>
          <a:bodyPr wrap="square" lIns="0" tIns="0" rIns="0" bIns="0" rtlCol="0" anchor="ctr"/>
          <a:lstStyle/>
          <a:p>
            <a:pPr marL="0" indent="0">
              <a:buNone/>
            </a:pPr>
            <a:r>
              <a:rPr lang="fr-FR" sz="1100" noProof="0">
                <a:solidFill>
                  <a:srgbClr val="4A5568"/>
                </a:solidFill>
                <a:latin typeface="Calibri" pitchFamily="34" charset="0"/>
                <a:ea typeface="Calibri" pitchFamily="34" charset="-122"/>
                <a:cs typeface="Calibri" pitchFamily="34" charset="-120"/>
              </a:rPr>
              <a:t>Récapitulatif de toutes les corrélations analysées</a:t>
            </a:r>
            <a:endParaRPr lang="fr-FR" sz="1100" noProof="0"/>
          </a:p>
        </p:txBody>
      </p:sp>
      <p:sp>
        <p:nvSpPr>
          <p:cNvPr id="5" name="Shape 3"/>
          <p:cNvSpPr/>
          <p:nvPr/>
        </p:nvSpPr>
        <p:spPr>
          <a:xfrm>
            <a:off x="320040" y="1005840"/>
            <a:ext cx="8503920" cy="22860"/>
          </a:xfrm>
          <a:prstGeom prst="rect">
            <a:avLst/>
          </a:prstGeom>
          <a:solidFill>
            <a:srgbClr val="D1DCE8"/>
          </a:solidFill>
          <a:ln/>
        </p:spPr>
        <p:txBody>
          <a:bodyPr/>
          <a:lstStyle/>
          <a:p>
            <a:endParaRPr lang="fr-FR" noProof="0"/>
          </a:p>
        </p:txBody>
      </p:sp>
      <p:sp>
        <p:nvSpPr>
          <p:cNvPr id="6" name="Shape 4"/>
          <p:cNvSpPr/>
          <p:nvPr/>
        </p:nvSpPr>
        <p:spPr>
          <a:xfrm>
            <a:off x="0" y="4892040"/>
            <a:ext cx="9144000" cy="251460"/>
          </a:xfrm>
          <a:prstGeom prst="rect">
            <a:avLst/>
          </a:prstGeom>
          <a:solidFill>
            <a:srgbClr val="1B2A4A"/>
          </a:solidFill>
          <a:ln/>
        </p:spPr>
        <p:txBody>
          <a:bodyPr/>
          <a:lstStyle/>
          <a:p>
            <a:endParaRPr lang="fr-FR" noProof="0"/>
          </a:p>
        </p:txBody>
      </p:sp>
      <p:sp>
        <p:nvSpPr>
          <p:cNvPr id="7" name="Text 5"/>
          <p:cNvSpPr/>
          <p:nvPr/>
        </p:nvSpPr>
        <p:spPr>
          <a:xfrm>
            <a:off x="274320" y="4901184"/>
            <a:ext cx="6858000" cy="228600"/>
          </a:xfrm>
          <a:prstGeom prst="rect">
            <a:avLst/>
          </a:prstGeom>
          <a:noFill/>
          <a:ln/>
        </p:spPr>
        <p:txBody>
          <a:bodyPr wrap="square" lIns="0" tIns="0" rIns="0" bIns="0" rtlCol="0" anchor="ctr"/>
          <a:lstStyle/>
          <a:p>
            <a:pPr marL="0" indent="0">
              <a:buNone/>
            </a:pPr>
            <a:r>
              <a:rPr lang="fr-FR" sz="800" noProof="0">
                <a:solidFill>
                  <a:srgbClr val="8899BB"/>
                </a:solidFill>
                <a:latin typeface="Calibri" pitchFamily="34" charset="0"/>
                <a:ea typeface="Calibri" pitchFamily="34" charset="-122"/>
                <a:cs typeface="Calibri" pitchFamily="34" charset="-120"/>
              </a:rPr>
              <a:t>Librairie </a:t>
            </a:r>
            <a:r>
              <a:rPr lang="fr-FR" sz="800" noProof="0" err="1">
                <a:solidFill>
                  <a:srgbClr val="8899BB"/>
                </a:solidFill>
                <a:latin typeface="Calibri" pitchFamily="34" charset="0"/>
                <a:ea typeface="Calibri" pitchFamily="34" charset="-122"/>
                <a:cs typeface="Calibri" pitchFamily="34" charset="-120"/>
              </a:rPr>
              <a:t>Lapage</a:t>
            </a:r>
            <a:r>
              <a:rPr lang="fr-FR" sz="800" noProof="0">
                <a:solidFill>
                  <a:srgbClr val="8899BB"/>
                </a:solidFill>
                <a:latin typeface="Calibri" pitchFamily="34" charset="0"/>
                <a:ea typeface="Calibri" pitchFamily="34" charset="-122"/>
                <a:cs typeface="Calibri" pitchFamily="34" charset="-120"/>
              </a:rPr>
              <a:t> — Analyse des données 2021–2023 </a:t>
            </a:r>
            <a:endParaRPr lang="fr-FR" sz="800" noProof="0"/>
          </a:p>
        </p:txBody>
      </p:sp>
      <p:sp>
        <p:nvSpPr>
          <p:cNvPr id="8" name="Text 6"/>
          <p:cNvSpPr/>
          <p:nvPr/>
        </p:nvSpPr>
        <p:spPr>
          <a:xfrm>
            <a:off x="8503920" y="4901184"/>
            <a:ext cx="457200" cy="228600"/>
          </a:xfrm>
          <a:prstGeom prst="rect">
            <a:avLst/>
          </a:prstGeom>
          <a:noFill/>
          <a:ln/>
        </p:spPr>
        <p:txBody>
          <a:bodyPr wrap="square" lIns="0" tIns="0" rIns="0" bIns="0" rtlCol="0" anchor="ctr"/>
          <a:lstStyle/>
          <a:p>
            <a:pPr marL="0" indent="0" algn="r">
              <a:buNone/>
            </a:pPr>
            <a:r>
              <a:rPr lang="fr-FR" sz="800" noProof="0">
                <a:solidFill>
                  <a:srgbClr val="8899BB"/>
                </a:solidFill>
                <a:latin typeface="Calibri" pitchFamily="34" charset="0"/>
                <a:ea typeface="Calibri" pitchFamily="34" charset="-122"/>
                <a:cs typeface="Calibri" pitchFamily="34" charset="-120"/>
              </a:rPr>
              <a:t>12</a:t>
            </a:r>
            <a:endParaRPr lang="fr-FR" sz="800" noProof="0"/>
          </a:p>
        </p:txBody>
      </p:sp>
      <p:sp>
        <p:nvSpPr>
          <p:cNvPr id="9" name="Shape 7"/>
          <p:cNvSpPr/>
          <p:nvPr/>
        </p:nvSpPr>
        <p:spPr>
          <a:xfrm>
            <a:off x="274320" y="1143000"/>
            <a:ext cx="8595360" cy="329184"/>
          </a:xfrm>
          <a:prstGeom prst="rect">
            <a:avLst/>
          </a:prstGeom>
          <a:solidFill>
            <a:srgbClr val="1B2A4A"/>
          </a:solidFill>
          <a:ln/>
        </p:spPr>
        <p:txBody>
          <a:bodyPr/>
          <a:lstStyle/>
          <a:p>
            <a:endParaRPr lang="fr-FR" noProof="0"/>
          </a:p>
        </p:txBody>
      </p:sp>
      <p:sp>
        <p:nvSpPr>
          <p:cNvPr id="10" name="Text 8"/>
          <p:cNvSpPr/>
          <p:nvPr/>
        </p:nvSpPr>
        <p:spPr>
          <a:xfrm>
            <a:off x="365760" y="1143000"/>
            <a:ext cx="146304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Variable 1</a:t>
            </a:r>
            <a:endParaRPr lang="fr-FR" sz="900" noProof="0"/>
          </a:p>
        </p:txBody>
      </p:sp>
      <p:sp>
        <p:nvSpPr>
          <p:cNvPr id="11" name="Text 9"/>
          <p:cNvSpPr/>
          <p:nvPr/>
        </p:nvSpPr>
        <p:spPr>
          <a:xfrm>
            <a:off x="1920240" y="1143000"/>
            <a:ext cx="137160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Variable 2</a:t>
            </a:r>
            <a:endParaRPr lang="fr-FR" sz="900" noProof="0"/>
          </a:p>
        </p:txBody>
      </p:sp>
      <p:sp>
        <p:nvSpPr>
          <p:cNvPr id="12" name="Text 10"/>
          <p:cNvSpPr/>
          <p:nvPr/>
        </p:nvSpPr>
        <p:spPr>
          <a:xfrm>
            <a:off x="3383280" y="1143000"/>
            <a:ext cx="137160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Méthode</a:t>
            </a:r>
            <a:endParaRPr lang="fr-FR" sz="900" noProof="0"/>
          </a:p>
        </p:txBody>
      </p:sp>
      <p:sp>
        <p:nvSpPr>
          <p:cNvPr id="13" name="Text 11"/>
          <p:cNvSpPr/>
          <p:nvPr/>
        </p:nvSpPr>
        <p:spPr>
          <a:xfrm>
            <a:off x="4846320" y="1143000"/>
            <a:ext cx="82296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Score</a:t>
            </a:r>
            <a:endParaRPr lang="fr-FR" sz="900" noProof="0"/>
          </a:p>
        </p:txBody>
      </p:sp>
      <p:sp>
        <p:nvSpPr>
          <p:cNvPr id="14" name="Text 12"/>
          <p:cNvSpPr/>
          <p:nvPr/>
        </p:nvSpPr>
        <p:spPr>
          <a:xfrm>
            <a:off x="5760720" y="1143000"/>
            <a:ext cx="100584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Force</a:t>
            </a:r>
            <a:endParaRPr lang="fr-FR" sz="900" noProof="0"/>
          </a:p>
        </p:txBody>
      </p:sp>
      <p:sp>
        <p:nvSpPr>
          <p:cNvPr id="15" name="Text 13"/>
          <p:cNvSpPr/>
          <p:nvPr/>
        </p:nvSpPr>
        <p:spPr>
          <a:xfrm>
            <a:off x="6858000" y="1143000"/>
            <a:ext cx="1920240" cy="329184"/>
          </a:xfrm>
          <a:prstGeom prst="rect">
            <a:avLst/>
          </a:prstGeom>
          <a:noFill/>
          <a:ln/>
        </p:spPr>
        <p:txBody>
          <a:bodyPr wrap="square" lIns="0" tIns="0" rIns="0" bIns="0" rtlCol="0" anchor="ctr"/>
          <a:lstStyle/>
          <a:p>
            <a:pPr marL="0" indent="0">
              <a:buNone/>
            </a:pPr>
            <a:r>
              <a:rPr lang="fr-FR" sz="900" b="1" noProof="0">
                <a:solidFill>
                  <a:srgbClr val="FFFFFF"/>
                </a:solidFill>
                <a:latin typeface="Calibri" pitchFamily="34" charset="0"/>
                <a:ea typeface="Calibri" pitchFamily="34" charset="-122"/>
                <a:cs typeface="Calibri" pitchFamily="34" charset="-120"/>
              </a:rPr>
              <a:t>Interprétation</a:t>
            </a:r>
            <a:endParaRPr lang="fr-FR" sz="900" noProof="0"/>
          </a:p>
        </p:txBody>
      </p:sp>
      <p:sp>
        <p:nvSpPr>
          <p:cNvPr id="16" name="Shape 14"/>
          <p:cNvSpPr/>
          <p:nvPr/>
        </p:nvSpPr>
        <p:spPr>
          <a:xfrm>
            <a:off x="274320" y="1472184"/>
            <a:ext cx="8595360" cy="457200"/>
          </a:xfrm>
          <a:prstGeom prst="rect">
            <a:avLst/>
          </a:prstGeom>
          <a:solidFill>
            <a:srgbClr val="FFFFFF"/>
          </a:solidFill>
          <a:ln w="6350">
            <a:solidFill>
              <a:srgbClr val="D1DCE8"/>
            </a:solidFill>
            <a:prstDash val="solid"/>
          </a:ln>
        </p:spPr>
        <p:txBody>
          <a:bodyPr/>
          <a:lstStyle/>
          <a:p>
            <a:endParaRPr lang="fr-FR" noProof="0"/>
          </a:p>
        </p:txBody>
      </p:sp>
      <p:sp>
        <p:nvSpPr>
          <p:cNvPr id="17" name="Shape 15"/>
          <p:cNvSpPr/>
          <p:nvPr/>
        </p:nvSpPr>
        <p:spPr>
          <a:xfrm>
            <a:off x="274320" y="1472184"/>
            <a:ext cx="54864" cy="457200"/>
          </a:xfrm>
          <a:prstGeom prst="rect">
            <a:avLst/>
          </a:prstGeom>
          <a:solidFill>
            <a:srgbClr val="4A5568"/>
          </a:solidFill>
          <a:ln/>
        </p:spPr>
        <p:txBody>
          <a:bodyPr/>
          <a:lstStyle/>
          <a:p>
            <a:endParaRPr lang="fr-FR" noProof="0"/>
          </a:p>
        </p:txBody>
      </p:sp>
      <p:sp>
        <p:nvSpPr>
          <p:cNvPr id="18" name="Text 16"/>
          <p:cNvSpPr/>
          <p:nvPr/>
        </p:nvSpPr>
        <p:spPr>
          <a:xfrm>
            <a:off x="365760" y="1472184"/>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Genre</a:t>
            </a:r>
            <a:endParaRPr lang="fr-FR" sz="1000" noProof="0"/>
          </a:p>
        </p:txBody>
      </p:sp>
      <p:sp>
        <p:nvSpPr>
          <p:cNvPr id="19" name="Text 17"/>
          <p:cNvSpPr/>
          <p:nvPr/>
        </p:nvSpPr>
        <p:spPr>
          <a:xfrm>
            <a:off x="1920240" y="1472184"/>
            <a:ext cx="1371600" cy="4572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Catégorie</a:t>
            </a:r>
            <a:endParaRPr lang="fr-FR" sz="1000" noProof="0"/>
          </a:p>
        </p:txBody>
      </p:sp>
      <p:sp>
        <p:nvSpPr>
          <p:cNvPr id="20" name="Text 18"/>
          <p:cNvSpPr/>
          <p:nvPr/>
        </p:nvSpPr>
        <p:spPr>
          <a:xfrm>
            <a:off x="3383280" y="1472184"/>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Chi² / V Cramer</a:t>
            </a:r>
            <a:endParaRPr lang="fr-FR" sz="900" noProof="0"/>
          </a:p>
        </p:txBody>
      </p:sp>
      <p:sp>
        <p:nvSpPr>
          <p:cNvPr id="21" name="Text 19"/>
          <p:cNvSpPr/>
          <p:nvPr/>
        </p:nvSpPr>
        <p:spPr>
          <a:xfrm>
            <a:off x="4846320" y="1472184"/>
            <a:ext cx="822960" cy="457200"/>
          </a:xfrm>
          <a:prstGeom prst="rect">
            <a:avLst/>
          </a:prstGeom>
          <a:noFill/>
          <a:ln/>
        </p:spPr>
        <p:txBody>
          <a:bodyPr wrap="square" lIns="0" tIns="0" rIns="0" bIns="0" rtlCol="0" anchor="ctr"/>
          <a:lstStyle/>
          <a:p>
            <a:pPr marL="0" indent="0">
              <a:buNone/>
            </a:pPr>
            <a:r>
              <a:rPr lang="fr-FR" sz="1200" b="1" noProof="0">
                <a:solidFill>
                  <a:srgbClr val="4A5568"/>
                </a:solidFill>
                <a:latin typeface="Calibri" pitchFamily="34" charset="0"/>
                <a:ea typeface="Calibri" pitchFamily="34" charset="-122"/>
                <a:cs typeface="Calibri" pitchFamily="34" charset="-120"/>
              </a:rPr>
              <a:t>0,007</a:t>
            </a:r>
            <a:endParaRPr lang="fr-FR" sz="1200" noProof="0"/>
          </a:p>
        </p:txBody>
      </p:sp>
      <p:sp>
        <p:nvSpPr>
          <p:cNvPr id="22" name="Text 20"/>
          <p:cNvSpPr/>
          <p:nvPr/>
        </p:nvSpPr>
        <p:spPr>
          <a:xfrm>
            <a:off x="5760720" y="1472184"/>
            <a:ext cx="1005840" cy="457200"/>
          </a:xfrm>
          <a:prstGeom prst="rect">
            <a:avLst/>
          </a:prstGeom>
          <a:noFill/>
          <a:ln/>
        </p:spPr>
        <p:txBody>
          <a:bodyPr wrap="square" lIns="0" tIns="0" rIns="0" bIns="0" rtlCol="0" anchor="ctr"/>
          <a:lstStyle/>
          <a:p>
            <a:pPr marL="0" indent="0">
              <a:buNone/>
            </a:pPr>
            <a:r>
              <a:rPr lang="fr-FR" sz="1000" b="1" noProof="0">
                <a:solidFill>
                  <a:srgbClr val="4A5568"/>
                </a:solidFill>
                <a:latin typeface="Calibri" pitchFamily="34" charset="0"/>
                <a:ea typeface="Calibri" pitchFamily="34" charset="-122"/>
                <a:cs typeface="Calibri" pitchFamily="34" charset="-120"/>
              </a:rPr>
              <a:t>Aucune</a:t>
            </a:r>
            <a:endParaRPr lang="fr-FR" sz="1000" noProof="0"/>
          </a:p>
        </p:txBody>
      </p:sp>
      <p:sp>
        <p:nvSpPr>
          <p:cNvPr id="23" name="Text 21"/>
          <p:cNvSpPr/>
          <p:nvPr/>
        </p:nvSpPr>
        <p:spPr>
          <a:xfrm>
            <a:off x="6858000" y="1472184"/>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Les goûts sont identiques H/F → segmentation genre inutile</a:t>
            </a:r>
            <a:endParaRPr lang="fr-FR" sz="900" noProof="0"/>
          </a:p>
        </p:txBody>
      </p:sp>
      <p:sp>
        <p:nvSpPr>
          <p:cNvPr id="24" name="Shape 22"/>
          <p:cNvSpPr/>
          <p:nvPr/>
        </p:nvSpPr>
        <p:spPr>
          <a:xfrm>
            <a:off x="274320" y="1947672"/>
            <a:ext cx="8595360" cy="457200"/>
          </a:xfrm>
          <a:prstGeom prst="rect">
            <a:avLst/>
          </a:prstGeom>
          <a:solidFill>
            <a:srgbClr val="FFF5F5"/>
          </a:solidFill>
          <a:ln w="6350">
            <a:solidFill>
              <a:srgbClr val="D1DCE8"/>
            </a:solidFill>
            <a:prstDash val="solid"/>
          </a:ln>
        </p:spPr>
        <p:txBody>
          <a:bodyPr/>
          <a:lstStyle/>
          <a:p>
            <a:endParaRPr lang="fr-FR" noProof="0"/>
          </a:p>
        </p:txBody>
      </p:sp>
      <p:sp>
        <p:nvSpPr>
          <p:cNvPr id="25" name="Shape 23"/>
          <p:cNvSpPr/>
          <p:nvPr/>
        </p:nvSpPr>
        <p:spPr>
          <a:xfrm>
            <a:off x="274320" y="1947672"/>
            <a:ext cx="54864" cy="457200"/>
          </a:xfrm>
          <a:prstGeom prst="rect">
            <a:avLst/>
          </a:prstGeom>
          <a:solidFill>
            <a:srgbClr val="C0392B"/>
          </a:solidFill>
          <a:ln/>
        </p:spPr>
        <p:txBody>
          <a:bodyPr/>
          <a:lstStyle/>
          <a:p>
            <a:endParaRPr lang="fr-FR" noProof="0"/>
          </a:p>
        </p:txBody>
      </p:sp>
      <p:sp>
        <p:nvSpPr>
          <p:cNvPr id="26" name="Text 24"/>
          <p:cNvSpPr/>
          <p:nvPr/>
        </p:nvSpPr>
        <p:spPr>
          <a:xfrm>
            <a:off x="365760" y="1947672"/>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Âge</a:t>
            </a:r>
            <a:endParaRPr lang="fr-FR" sz="1000" noProof="0"/>
          </a:p>
        </p:txBody>
      </p:sp>
      <p:sp>
        <p:nvSpPr>
          <p:cNvPr id="27" name="Text 25"/>
          <p:cNvSpPr/>
          <p:nvPr/>
        </p:nvSpPr>
        <p:spPr>
          <a:xfrm>
            <a:off x="1920240" y="1947672"/>
            <a:ext cx="1371600" cy="4572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CA global</a:t>
            </a:r>
            <a:endParaRPr lang="fr-FR" sz="1000" noProof="0"/>
          </a:p>
        </p:txBody>
      </p:sp>
      <p:sp>
        <p:nvSpPr>
          <p:cNvPr id="28" name="Text 26"/>
          <p:cNvSpPr/>
          <p:nvPr/>
        </p:nvSpPr>
        <p:spPr>
          <a:xfrm>
            <a:off x="3383280" y="1947672"/>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Spearman</a:t>
            </a:r>
            <a:endParaRPr lang="fr-FR" sz="900" noProof="0"/>
          </a:p>
        </p:txBody>
      </p:sp>
      <p:sp>
        <p:nvSpPr>
          <p:cNvPr id="29" name="Text 27"/>
          <p:cNvSpPr/>
          <p:nvPr/>
        </p:nvSpPr>
        <p:spPr>
          <a:xfrm>
            <a:off x="4846320" y="1947672"/>
            <a:ext cx="822960" cy="457200"/>
          </a:xfrm>
          <a:prstGeom prst="rect">
            <a:avLst/>
          </a:prstGeom>
          <a:noFill/>
          <a:ln/>
        </p:spPr>
        <p:txBody>
          <a:bodyPr wrap="square" lIns="0" tIns="0" rIns="0" bIns="0" rtlCol="0" anchor="ctr"/>
          <a:lstStyle/>
          <a:p>
            <a:pPr marL="0" indent="0">
              <a:buNone/>
            </a:pPr>
            <a:r>
              <a:rPr lang="fr-FR" sz="1200" b="1" noProof="0">
                <a:solidFill>
                  <a:srgbClr val="C0392B"/>
                </a:solidFill>
                <a:latin typeface="Calibri" pitchFamily="34" charset="0"/>
                <a:ea typeface="Calibri" pitchFamily="34" charset="-122"/>
                <a:cs typeface="Calibri" pitchFamily="34" charset="-120"/>
              </a:rPr>
              <a:t>−0,88</a:t>
            </a:r>
            <a:endParaRPr lang="fr-FR" sz="1200" noProof="0"/>
          </a:p>
        </p:txBody>
      </p:sp>
      <p:sp>
        <p:nvSpPr>
          <p:cNvPr id="30" name="Text 28"/>
          <p:cNvSpPr/>
          <p:nvPr/>
        </p:nvSpPr>
        <p:spPr>
          <a:xfrm>
            <a:off x="5760720" y="1947672"/>
            <a:ext cx="1005840" cy="457200"/>
          </a:xfrm>
          <a:prstGeom prst="rect">
            <a:avLst/>
          </a:prstGeom>
          <a:noFill/>
          <a:ln/>
        </p:spPr>
        <p:txBody>
          <a:bodyPr wrap="square" lIns="0" tIns="0" rIns="0" bIns="0" rtlCol="0" anchor="ctr"/>
          <a:lstStyle/>
          <a:p>
            <a:pPr marL="0" indent="0">
              <a:buNone/>
            </a:pPr>
            <a:r>
              <a:rPr lang="fr-FR" sz="1000" b="1" noProof="0">
                <a:solidFill>
                  <a:srgbClr val="C0392B"/>
                </a:solidFill>
                <a:latin typeface="Calibri" pitchFamily="34" charset="0"/>
                <a:ea typeface="Calibri" pitchFamily="34" charset="-122"/>
                <a:cs typeface="Calibri" pitchFamily="34" charset="-120"/>
              </a:rPr>
              <a:t>Forte</a:t>
            </a:r>
            <a:endParaRPr lang="fr-FR" sz="1000" noProof="0"/>
          </a:p>
        </p:txBody>
      </p:sp>
      <p:sp>
        <p:nvSpPr>
          <p:cNvPr id="31" name="Text 29"/>
          <p:cNvSpPr/>
          <p:nvPr/>
        </p:nvSpPr>
        <p:spPr>
          <a:xfrm>
            <a:off x="6858000" y="1947672"/>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Effet volume : les jeunes sont plus nombreux</a:t>
            </a:r>
            <a:endParaRPr lang="fr-FR" sz="900" noProof="0"/>
          </a:p>
        </p:txBody>
      </p:sp>
      <p:sp>
        <p:nvSpPr>
          <p:cNvPr id="32" name="Shape 30"/>
          <p:cNvSpPr/>
          <p:nvPr/>
        </p:nvSpPr>
        <p:spPr>
          <a:xfrm>
            <a:off x="274320" y="2423160"/>
            <a:ext cx="8595360" cy="457200"/>
          </a:xfrm>
          <a:prstGeom prst="rect">
            <a:avLst/>
          </a:prstGeom>
          <a:solidFill>
            <a:srgbClr val="FFFFFF"/>
          </a:solidFill>
          <a:ln w="6350">
            <a:solidFill>
              <a:srgbClr val="D1DCE8"/>
            </a:solidFill>
            <a:prstDash val="solid"/>
          </a:ln>
        </p:spPr>
        <p:txBody>
          <a:bodyPr/>
          <a:lstStyle/>
          <a:p>
            <a:endParaRPr lang="fr-FR" noProof="0"/>
          </a:p>
        </p:txBody>
      </p:sp>
      <p:sp>
        <p:nvSpPr>
          <p:cNvPr id="33" name="Shape 31"/>
          <p:cNvSpPr/>
          <p:nvPr/>
        </p:nvSpPr>
        <p:spPr>
          <a:xfrm>
            <a:off x="274320" y="2423160"/>
            <a:ext cx="54864" cy="457200"/>
          </a:xfrm>
          <a:prstGeom prst="rect">
            <a:avLst/>
          </a:prstGeom>
          <a:solidFill>
            <a:srgbClr val="4A5568"/>
          </a:solidFill>
          <a:ln/>
        </p:spPr>
        <p:txBody>
          <a:bodyPr/>
          <a:lstStyle/>
          <a:p>
            <a:endParaRPr lang="fr-FR" noProof="0"/>
          </a:p>
        </p:txBody>
      </p:sp>
      <p:sp>
        <p:nvSpPr>
          <p:cNvPr id="34" name="Text 32"/>
          <p:cNvSpPr/>
          <p:nvPr/>
        </p:nvSpPr>
        <p:spPr>
          <a:xfrm>
            <a:off x="365760" y="2423160"/>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Âge</a:t>
            </a:r>
            <a:endParaRPr lang="fr-FR" sz="1000" noProof="0"/>
          </a:p>
        </p:txBody>
      </p:sp>
      <p:sp>
        <p:nvSpPr>
          <p:cNvPr id="35" name="Text 33"/>
          <p:cNvSpPr/>
          <p:nvPr/>
        </p:nvSpPr>
        <p:spPr>
          <a:xfrm>
            <a:off x="1920240" y="2423160"/>
            <a:ext cx="1371600" cy="4572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CA / client</a:t>
            </a:r>
            <a:endParaRPr lang="fr-FR" sz="1000" noProof="0"/>
          </a:p>
        </p:txBody>
      </p:sp>
      <p:sp>
        <p:nvSpPr>
          <p:cNvPr id="36" name="Text 34"/>
          <p:cNvSpPr/>
          <p:nvPr/>
        </p:nvSpPr>
        <p:spPr>
          <a:xfrm>
            <a:off x="3383280" y="2423160"/>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Spearman</a:t>
            </a:r>
            <a:endParaRPr lang="fr-FR" sz="900" noProof="0"/>
          </a:p>
        </p:txBody>
      </p:sp>
      <p:sp>
        <p:nvSpPr>
          <p:cNvPr id="37" name="Text 35"/>
          <p:cNvSpPr/>
          <p:nvPr/>
        </p:nvSpPr>
        <p:spPr>
          <a:xfrm>
            <a:off x="4846320" y="2423160"/>
            <a:ext cx="822960" cy="457200"/>
          </a:xfrm>
          <a:prstGeom prst="rect">
            <a:avLst/>
          </a:prstGeom>
          <a:noFill/>
          <a:ln/>
        </p:spPr>
        <p:txBody>
          <a:bodyPr wrap="square" lIns="0" tIns="0" rIns="0" bIns="0" rtlCol="0" anchor="ctr"/>
          <a:lstStyle/>
          <a:p>
            <a:pPr marL="0" indent="0">
              <a:buNone/>
            </a:pPr>
            <a:r>
              <a:rPr lang="fr-FR" sz="1200" b="1" noProof="0">
                <a:solidFill>
                  <a:srgbClr val="4A5568"/>
                </a:solidFill>
                <a:latin typeface="Calibri" pitchFamily="34" charset="0"/>
                <a:ea typeface="Calibri" pitchFamily="34" charset="-122"/>
                <a:cs typeface="Calibri" pitchFamily="34" charset="-120"/>
              </a:rPr>
              <a:t>−0,18</a:t>
            </a:r>
            <a:endParaRPr lang="fr-FR" sz="1200" noProof="0"/>
          </a:p>
        </p:txBody>
      </p:sp>
      <p:sp>
        <p:nvSpPr>
          <p:cNvPr id="38" name="Text 36"/>
          <p:cNvSpPr/>
          <p:nvPr/>
        </p:nvSpPr>
        <p:spPr>
          <a:xfrm>
            <a:off x="5760720" y="2423160"/>
            <a:ext cx="1005840" cy="457200"/>
          </a:xfrm>
          <a:prstGeom prst="rect">
            <a:avLst/>
          </a:prstGeom>
          <a:noFill/>
          <a:ln/>
        </p:spPr>
        <p:txBody>
          <a:bodyPr wrap="square" lIns="0" tIns="0" rIns="0" bIns="0" rtlCol="0" anchor="ctr"/>
          <a:lstStyle/>
          <a:p>
            <a:pPr marL="0" indent="0">
              <a:buNone/>
            </a:pPr>
            <a:r>
              <a:rPr lang="fr-FR" sz="1000" b="1" noProof="0">
                <a:solidFill>
                  <a:srgbClr val="4A5568"/>
                </a:solidFill>
                <a:latin typeface="Calibri" pitchFamily="34" charset="0"/>
                <a:ea typeface="Calibri" pitchFamily="34" charset="-122"/>
                <a:cs typeface="Calibri" pitchFamily="34" charset="-120"/>
              </a:rPr>
              <a:t>Faible</a:t>
            </a:r>
            <a:endParaRPr lang="fr-FR" sz="1000" noProof="0"/>
          </a:p>
        </p:txBody>
      </p:sp>
      <p:sp>
        <p:nvSpPr>
          <p:cNvPr id="39" name="Text 37"/>
          <p:cNvSpPr/>
          <p:nvPr/>
        </p:nvSpPr>
        <p:spPr>
          <a:xfrm>
            <a:off x="6858000" y="2423160"/>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Ramené au client individuel, l'effet âge s'efface</a:t>
            </a:r>
            <a:endParaRPr lang="fr-FR" sz="900" noProof="0"/>
          </a:p>
        </p:txBody>
      </p:sp>
      <p:sp>
        <p:nvSpPr>
          <p:cNvPr id="40" name="Shape 38"/>
          <p:cNvSpPr/>
          <p:nvPr/>
        </p:nvSpPr>
        <p:spPr>
          <a:xfrm>
            <a:off x="274320" y="2898648"/>
            <a:ext cx="8595360" cy="457200"/>
          </a:xfrm>
          <a:prstGeom prst="rect">
            <a:avLst/>
          </a:prstGeom>
          <a:solidFill>
            <a:srgbClr val="FFFBF0"/>
          </a:solidFill>
          <a:ln w="6350">
            <a:solidFill>
              <a:srgbClr val="D1DCE8"/>
            </a:solidFill>
            <a:prstDash val="solid"/>
          </a:ln>
        </p:spPr>
        <p:txBody>
          <a:bodyPr/>
          <a:lstStyle/>
          <a:p>
            <a:endParaRPr lang="fr-FR" noProof="0"/>
          </a:p>
        </p:txBody>
      </p:sp>
      <p:sp>
        <p:nvSpPr>
          <p:cNvPr id="41" name="Shape 39"/>
          <p:cNvSpPr/>
          <p:nvPr/>
        </p:nvSpPr>
        <p:spPr>
          <a:xfrm>
            <a:off x="274320" y="2898648"/>
            <a:ext cx="54864" cy="457200"/>
          </a:xfrm>
          <a:prstGeom prst="rect">
            <a:avLst/>
          </a:prstGeom>
          <a:solidFill>
            <a:srgbClr val="E8A020"/>
          </a:solidFill>
          <a:ln/>
        </p:spPr>
        <p:txBody>
          <a:bodyPr/>
          <a:lstStyle/>
          <a:p>
            <a:endParaRPr lang="fr-FR" noProof="0"/>
          </a:p>
        </p:txBody>
      </p:sp>
      <p:sp>
        <p:nvSpPr>
          <p:cNvPr id="42" name="Text 40"/>
          <p:cNvSpPr/>
          <p:nvPr/>
        </p:nvSpPr>
        <p:spPr>
          <a:xfrm>
            <a:off x="365760" y="2898648"/>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Âge</a:t>
            </a:r>
            <a:endParaRPr lang="fr-FR" sz="1000" noProof="0"/>
          </a:p>
        </p:txBody>
      </p:sp>
      <p:sp>
        <p:nvSpPr>
          <p:cNvPr id="43" name="Text 41"/>
          <p:cNvSpPr/>
          <p:nvPr/>
        </p:nvSpPr>
        <p:spPr>
          <a:xfrm>
            <a:off x="1920240" y="2898648"/>
            <a:ext cx="1371600" cy="4572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Fréquence</a:t>
            </a:r>
            <a:endParaRPr lang="fr-FR" sz="1000" noProof="0"/>
          </a:p>
        </p:txBody>
      </p:sp>
      <p:sp>
        <p:nvSpPr>
          <p:cNvPr id="44" name="Text 42"/>
          <p:cNvSpPr/>
          <p:nvPr/>
        </p:nvSpPr>
        <p:spPr>
          <a:xfrm>
            <a:off x="3383280" y="2898648"/>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Spearman</a:t>
            </a:r>
            <a:endParaRPr lang="fr-FR" sz="900" noProof="0"/>
          </a:p>
        </p:txBody>
      </p:sp>
      <p:sp>
        <p:nvSpPr>
          <p:cNvPr id="45" name="Text 43"/>
          <p:cNvSpPr/>
          <p:nvPr/>
        </p:nvSpPr>
        <p:spPr>
          <a:xfrm>
            <a:off x="4846320" y="2898648"/>
            <a:ext cx="822960" cy="457200"/>
          </a:xfrm>
          <a:prstGeom prst="rect">
            <a:avLst/>
          </a:prstGeom>
          <a:noFill/>
          <a:ln/>
        </p:spPr>
        <p:txBody>
          <a:bodyPr wrap="square" lIns="0" tIns="0" rIns="0" bIns="0" rtlCol="0" anchor="ctr"/>
          <a:lstStyle/>
          <a:p>
            <a:pPr marL="0" indent="0">
              <a:buNone/>
            </a:pPr>
            <a:r>
              <a:rPr lang="fr-FR" sz="1200" b="1" noProof="0">
                <a:solidFill>
                  <a:srgbClr val="E8A020"/>
                </a:solidFill>
                <a:latin typeface="Calibri" pitchFamily="34" charset="0"/>
                <a:ea typeface="Calibri" pitchFamily="34" charset="-122"/>
                <a:cs typeface="Calibri" pitchFamily="34" charset="-120"/>
              </a:rPr>
              <a:t>+0,11</a:t>
            </a:r>
            <a:endParaRPr lang="fr-FR" sz="1200" noProof="0"/>
          </a:p>
        </p:txBody>
      </p:sp>
      <p:sp>
        <p:nvSpPr>
          <p:cNvPr id="46" name="Text 44"/>
          <p:cNvSpPr/>
          <p:nvPr/>
        </p:nvSpPr>
        <p:spPr>
          <a:xfrm>
            <a:off x="5760720" y="2898648"/>
            <a:ext cx="1005840" cy="457200"/>
          </a:xfrm>
          <a:prstGeom prst="rect">
            <a:avLst/>
          </a:prstGeom>
          <a:noFill/>
          <a:ln/>
        </p:spPr>
        <p:txBody>
          <a:bodyPr wrap="square" lIns="0" tIns="0" rIns="0" bIns="0" rtlCol="0" anchor="ctr"/>
          <a:lstStyle/>
          <a:p>
            <a:pPr marL="0" indent="0">
              <a:buNone/>
            </a:pPr>
            <a:r>
              <a:rPr lang="fr-FR" sz="1000" b="1" noProof="0">
                <a:solidFill>
                  <a:srgbClr val="E8A020"/>
                </a:solidFill>
                <a:latin typeface="Calibri" pitchFamily="34" charset="0"/>
                <a:ea typeface="Calibri" pitchFamily="34" charset="-122"/>
                <a:cs typeface="Calibri" pitchFamily="34" charset="-120"/>
              </a:rPr>
              <a:t>Faible</a:t>
            </a:r>
            <a:endParaRPr lang="fr-FR" sz="1000" noProof="0"/>
          </a:p>
        </p:txBody>
      </p:sp>
      <p:sp>
        <p:nvSpPr>
          <p:cNvPr id="47" name="Text 45"/>
          <p:cNvSpPr/>
          <p:nvPr/>
        </p:nvSpPr>
        <p:spPr>
          <a:xfrm>
            <a:off x="6858000" y="2898648"/>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Les seniors achètent plus régulièrement</a:t>
            </a:r>
            <a:endParaRPr lang="fr-FR" sz="900" noProof="0"/>
          </a:p>
        </p:txBody>
      </p:sp>
      <p:sp>
        <p:nvSpPr>
          <p:cNvPr id="48" name="Shape 46"/>
          <p:cNvSpPr/>
          <p:nvPr/>
        </p:nvSpPr>
        <p:spPr>
          <a:xfrm>
            <a:off x="274320" y="3374136"/>
            <a:ext cx="8595360" cy="457200"/>
          </a:xfrm>
          <a:prstGeom prst="rect">
            <a:avLst/>
          </a:prstGeom>
          <a:solidFill>
            <a:srgbClr val="FFFBF0"/>
          </a:solidFill>
          <a:ln w="6350">
            <a:solidFill>
              <a:srgbClr val="D1DCE8"/>
            </a:solidFill>
            <a:prstDash val="solid"/>
          </a:ln>
        </p:spPr>
        <p:txBody>
          <a:bodyPr/>
          <a:lstStyle/>
          <a:p>
            <a:endParaRPr lang="fr-FR" noProof="0"/>
          </a:p>
        </p:txBody>
      </p:sp>
      <p:sp>
        <p:nvSpPr>
          <p:cNvPr id="49" name="Shape 47"/>
          <p:cNvSpPr/>
          <p:nvPr/>
        </p:nvSpPr>
        <p:spPr>
          <a:xfrm>
            <a:off x="274320" y="3374136"/>
            <a:ext cx="54864" cy="457200"/>
          </a:xfrm>
          <a:prstGeom prst="rect">
            <a:avLst/>
          </a:prstGeom>
          <a:solidFill>
            <a:srgbClr val="E8A020"/>
          </a:solidFill>
          <a:ln/>
        </p:spPr>
        <p:txBody>
          <a:bodyPr/>
          <a:lstStyle/>
          <a:p>
            <a:endParaRPr lang="fr-FR" noProof="0"/>
          </a:p>
        </p:txBody>
      </p:sp>
      <p:sp>
        <p:nvSpPr>
          <p:cNvPr id="50" name="Text 48"/>
          <p:cNvSpPr/>
          <p:nvPr/>
        </p:nvSpPr>
        <p:spPr>
          <a:xfrm>
            <a:off x="365760" y="3374136"/>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Âge</a:t>
            </a:r>
            <a:endParaRPr lang="fr-FR" sz="1000" noProof="0"/>
          </a:p>
        </p:txBody>
      </p:sp>
      <p:sp>
        <p:nvSpPr>
          <p:cNvPr id="51" name="Text 49"/>
          <p:cNvSpPr/>
          <p:nvPr/>
        </p:nvSpPr>
        <p:spPr>
          <a:xfrm>
            <a:off x="1920240" y="3374136"/>
            <a:ext cx="1371600" cy="457200"/>
          </a:xfrm>
          <a:prstGeom prst="rect">
            <a:avLst/>
          </a:prstGeom>
          <a:noFill/>
          <a:ln/>
        </p:spPr>
        <p:txBody>
          <a:bodyPr wrap="square" lIns="0" tIns="0" rIns="0" bIns="0" rtlCol="0" anchor="ctr"/>
          <a:lstStyle/>
          <a:p>
            <a:pPr marL="0" indent="0">
              <a:buNone/>
            </a:pPr>
            <a:r>
              <a:rPr lang="fr-FR" sz="1000" noProof="0">
                <a:solidFill>
                  <a:srgbClr val="4A5568"/>
                </a:solidFill>
                <a:latin typeface="Calibri" pitchFamily="34" charset="0"/>
                <a:ea typeface="Calibri" pitchFamily="34" charset="-122"/>
                <a:cs typeface="Calibri" pitchFamily="34" charset="-120"/>
              </a:rPr>
              <a:t>Panier moyen</a:t>
            </a:r>
            <a:endParaRPr lang="fr-FR" sz="1000" noProof="0"/>
          </a:p>
        </p:txBody>
      </p:sp>
      <p:sp>
        <p:nvSpPr>
          <p:cNvPr id="52" name="Text 50"/>
          <p:cNvSpPr/>
          <p:nvPr/>
        </p:nvSpPr>
        <p:spPr>
          <a:xfrm>
            <a:off x="3383280" y="3374136"/>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Spearman</a:t>
            </a:r>
            <a:endParaRPr lang="fr-FR" sz="900" noProof="0"/>
          </a:p>
        </p:txBody>
      </p:sp>
      <p:sp>
        <p:nvSpPr>
          <p:cNvPr id="53" name="Text 51"/>
          <p:cNvSpPr/>
          <p:nvPr/>
        </p:nvSpPr>
        <p:spPr>
          <a:xfrm>
            <a:off x="4846320" y="3374136"/>
            <a:ext cx="822960" cy="457200"/>
          </a:xfrm>
          <a:prstGeom prst="rect">
            <a:avLst/>
          </a:prstGeom>
          <a:noFill/>
          <a:ln/>
        </p:spPr>
        <p:txBody>
          <a:bodyPr wrap="square" lIns="0" tIns="0" rIns="0" bIns="0" rtlCol="0" anchor="ctr"/>
          <a:lstStyle/>
          <a:p>
            <a:pPr marL="0" indent="0">
              <a:buNone/>
            </a:pPr>
            <a:r>
              <a:rPr lang="fr-FR" sz="1200" b="1" noProof="0">
                <a:solidFill>
                  <a:srgbClr val="E8A020"/>
                </a:solidFill>
                <a:latin typeface="Calibri" pitchFamily="34" charset="0"/>
                <a:ea typeface="Calibri" pitchFamily="34" charset="-122"/>
                <a:cs typeface="Calibri" pitchFamily="34" charset="-120"/>
              </a:rPr>
              <a:t>−0,34</a:t>
            </a:r>
            <a:endParaRPr lang="fr-FR" sz="1200" noProof="0"/>
          </a:p>
        </p:txBody>
      </p:sp>
      <p:sp>
        <p:nvSpPr>
          <p:cNvPr id="54" name="Text 52"/>
          <p:cNvSpPr/>
          <p:nvPr/>
        </p:nvSpPr>
        <p:spPr>
          <a:xfrm>
            <a:off x="5760720" y="3374136"/>
            <a:ext cx="1005840" cy="457200"/>
          </a:xfrm>
          <a:prstGeom prst="rect">
            <a:avLst/>
          </a:prstGeom>
          <a:noFill/>
          <a:ln/>
        </p:spPr>
        <p:txBody>
          <a:bodyPr wrap="square" lIns="0" tIns="0" rIns="0" bIns="0" rtlCol="0" anchor="ctr"/>
          <a:lstStyle/>
          <a:p>
            <a:pPr marL="0" indent="0">
              <a:buNone/>
            </a:pPr>
            <a:r>
              <a:rPr lang="fr-FR" sz="1000" b="1" noProof="0">
                <a:solidFill>
                  <a:srgbClr val="E8A020"/>
                </a:solidFill>
                <a:latin typeface="Calibri" pitchFamily="34" charset="0"/>
                <a:ea typeface="Calibri" pitchFamily="34" charset="-122"/>
                <a:cs typeface="Calibri" pitchFamily="34" charset="-120"/>
              </a:rPr>
              <a:t>Modérée</a:t>
            </a:r>
            <a:endParaRPr lang="fr-FR" sz="1000" noProof="0"/>
          </a:p>
        </p:txBody>
      </p:sp>
      <p:sp>
        <p:nvSpPr>
          <p:cNvPr id="55" name="Text 53"/>
          <p:cNvSpPr/>
          <p:nvPr/>
        </p:nvSpPr>
        <p:spPr>
          <a:xfrm>
            <a:off x="6858000" y="3374136"/>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Les jeunes ont un panier légèrement plus élevé</a:t>
            </a:r>
            <a:endParaRPr lang="fr-FR" sz="900" noProof="0"/>
          </a:p>
        </p:txBody>
      </p:sp>
      <p:sp>
        <p:nvSpPr>
          <p:cNvPr id="56" name="Shape 54"/>
          <p:cNvSpPr/>
          <p:nvPr/>
        </p:nvSpPr>
        <p:spPr>
          <a:xfrm>
            <a:off x="274320" y="3849624"/>
            <a:ext cx="8595360" cy="457200"/>
          </a:xfrm>
          <a:prstGeom prst="rect">
            <a:avLst/>
          </a:prstGeom>
          <a:solidFill>
            <a:srgbClr val="F0FFF4"/>
          </a:solidFill>
          <a:ln w="6350">
            <a:solidFill>
              <a:srgbClr val="D1DCE8"/>
            </a:solidFill>
            <a:prstDash val="solid"/>
          </a:ln>
        </p:spPr>
        <p:txBody>
          <a:bodyPr/>
          <a:lstStyle/>
          <a:p>
            <a:endParaRPr lang="fr-FR" noProof="0"/>
          </a:p>
        </p:txBody>
      </p:sp>
      <p:sp>
        <p:nvSpPr>
          <p:cNvPr id="57" name="Shape 55"/>
          <p:cNvSpPr/>
          <p:nvPr/>
        </p:nvSpPr>
        <p:spPr>
          <a:xfrm>
            <a:off x="274320" y="3849624"/>
            <a:ext cx="54864" cy="457200"/>
          </a:xfrm>
          <a:prstGeom prst="rect">
            <a:avLst/>
          </a:prstGeom>
          <a:solidFill>
            <a:srgbClr val="2D7D46"/>
          </a:solidFill>
          <a:ln/>
        </p:spPr>
        <p:txBody>
          <a:bodyPr/>
          <a:lstStyle/>
          <a:p>
            <a:endParaRPr lang="fr-FR" noProof="0"/>
          </a:p>
        </p:txBody>
      </p:sp>
      <p:sp>
        <p:nvSpPr>
          <p:cNvPr id="58" name="Text 56"/>
          <p:cNvSpPr/>
          <p:nvPr/>
        </p:nvSpPr>
        <p:spPr>
          <a:xfrm>
            <a:off x="365760" y="3849624"/>
            <a:ext cx="1463040" cy="457200"/>
          </a:xfrm>
          <a:prstGeom prst="rect">
            <a:avLst/>
          </a:prstGeom>
          <a:noFill/>
          <a:ln/>
        </p:spPr>
        <p:txBody>
          <a:bodyPr wrap="square" lIns="0" tIns="0" rIns="0" bIns="0" rtlCol="0" anchor="ctr"/>
          <a:lstStyle/>
          <a:p>
            <a:pPr marL="0" indent="0">
              <a:buNone/>
            </a:pPr>
            <a:r>
              <a:rPr lang="fr-FR" sz="1000" b="1" noProof="0">
                <a:solidFill>
                  <a:srgbClr val="1B2A4A"/>
                </a:solidFill>
                <a:latin typeface="Calibri" pitchFamily="34" charset="0"/>
                <a:ea typeface="Calibri" pitchFamily="34" charset="-122"/>
                <a:cs typeface="Calibri" pitchFamily="34" charset="-120"/>
              </a:rPr>
              <a:t>Tranche d'âge</a:t>
            </a:r>
            <a:endParaRPr lang="fr-FR" sz="1000" noProof="0"/>
          </a:p>
        </p:txBody>
      </p:sp>
      <p:sp>
        <p:nvSpPr>
          <p:cNvPr id="59" name="Text 57"/>
          <p:cNvSpPr/>
          <p:nvPr/>
        </p:nvSpPr>
        <p:spPr>
          <a:xfrm>
            <a:off x="1920240" y="3849624"/>
            <a:ext cx="1371600" cy="457200"/>
          </a:xfrm>
          <a:prstGeom prst="rect">
            <a:avLst/>
          </a:prstGeom>
          <a:noFill/>
          <a:ln/>
        </p:spPr>
        <p:txBody>
          <a:bodyPr wrap="square" lIns="0" tIns="0" rIns="0" bIns="0" rtlCol="0" anchor="ctr"/>
          <a:lstStyle/>
          <a:p>
            <a:pPr marL="0" indent="0">
              <a:buNone/>
            </a:pPr>
            <a:r>
              <a:rPr lang="fr-FR" sz="1000" noProof="0" err="1">
                <a:solidFill>
                  <a:srgbClr val="4A5568"/>
                </a:solidFill>
                <a:latin typeface="Calibri" pitchFamily="34" charset="0"/>
                <a:ea typeface="Calibri" pitchFamily="34" charset="-122"/>
                <a:cs typeface="Calibri" pitchFamily="34" charset="-120"/>
              </a:rPr>
              <a:t>Catég</a:t>
            </a:r>
            <a:r>
              <a:rPr lang="fr-FR" sz="1000" noProof="0">
                <a:solidFill>
                  <a:srgbClr val="4A5568"/>
                </a:solidFill>
                <a:latin typeface="Calibri" pitchFamily="34" charset="0"/>
                <a:ea typeface="Calibri" pitchFamily="34" charset="-122"/>
                <a:cs typeface="Calibri" pitchFamily="34" charset="-120"/>
              </a:rPr>
              <a:t>. favorite</a:t>
            </a:r>
            <a:endParaRPr lang="fr-FR" sz="1000" noProof="0"/>
          </a:p>
        </p:txBody>
      </p:sp>
      <p:sp>
        <p:nvSpPr>
          <p:cNvPr id="60" name="Text 58"/>
          <p:cNvSpPr/>
          <p:nvPr/>
        </p:nvSpPr>
        <p:spPr>
          <a:xfrm>
            <a:off x="3383280" y="3849624"/>
            <a:ext cx="1371600" cy="457200"/>
          </a:xfrm>
          <a:prstGeom prst="rect">
            <a:avLst/>
          </a:prstGeom>
          <a:noFill/>
          <a:ln/>
        </p:spPr>
        <p:txBody>
          <a:bodyPr wrap="square" lIns="0" tIns="0" rIns="0" bIns="0" rtlCol="0" anchor="ctr"/>
          <a:lstStyle/>
          <a:p>
            <a:pPr marL="0" indent="0">
              <a:buNone/>
            </a:pPr>
            <a:r>
              <a:rPr lang="fr-FR" sz="900" i="1" noProof="0">
                <a:solidFill>
                  <a:srgbClr val="4A5568"/>
                </a:solidFill>
                <a:latin typeface="Calibri" pitchFamily="34" charset="0"/>
                <a:ea typeface="Calibri" pitchFamily="34" charset="-122"/>
                <a:cs typeface="Calibri" pitchFamily="34" charset="-120"/>
              </a:rPr>
              <a:t>Chi² / V Cramer</a:t>
            </a:r>
            <a:endParaRPr lang="fr-FR" sz="900" noProof="0"/>
          </a:p>
        </p:txBody>
      </p:sp>
      <p:sp>
        <p:nvSpPr>
          <p:cNvPr id="61" name="Text 59"/>
          <p:cNvSpPr/>
          <p:nvPr/>
        </p:nvSpPr>
        <p:spPr>
          <a:xfrm>
            <a:off x="4846320" y="3849624"/>
            <a:ext cx="822960" cy="457200"/>
          </a:xfrm>
          <a:prstGeom prst="rect">
            <a:avLst/>
          </a:prstGeom>
          <a:noFill/>
          <a:ln/>
        </p:spPr>
        <p:txBody>
          <a:bodyPr wrap="square" lIns="0" tIns="0" rIns="0" bIns="0" rtlCol="0" anchor="ctr"/>
          <a:lstStyle/>
          <a:p>
            <a:pPr marL="0" indent="0">
              <a:buNone/>
            </a:pPr>
            <a:r>
              <a:rPr lang="fr-FR" sz="1200" b="1" noProof="0">
                <a:solidFill>
                  <a:srgbClr val="2D7D46"/>
                </a:solidFill>
                <a:latin typeface="Calibri" pitchFamily="34" charset="0"/>
                <a:ea typeface="Calibri" pitchFamily="34" charset="-122"/>
                <a:cs typeface="Calibri" pitchFamily="34" charset="-120"/>
              </a:rPr>
              <a:t>0,416</a:t>
            </a:r>
            <a:endParaRPr lang="fr-FR" sz="1200" noProof="0"/>
          </a:p>
        </p:txBody>
      </p:sp>
      <p:sp>
        <p:nvSpPr>
          <p:cNvPr id="62" name="Text 60"/>
          <p:cNvSpPr/>
          <p:nvPr/>
        </p:nvSpPr>
        <p:spPr>
          <a:xfrm>
            <a:off x="5760720" y="3849624"/>
            <a:ext cx="1005840" cy="457200"/>
          </a:xfrm>
          <a:prstGeom prst="rect">
            <a:avLst/>
          </a:prstGeom>
          <a:noFill/>
          <a:ln/>
        </p:spPr>
        <p:txBody>
          <a:bodyPr wrap="square" lIns="0" tIns="0" rIns="0" bIns="0" rtlCol="0" anchor="ctr"/>
          <a:lstStyle/>
          <a:p>
            <a:pPr marL="0" indent="0">
              <a:buNone/>
            </a:pPr>
            <a:r>
              <a:rPr lang="fr-FR" sz="1000" b="1" noProof="0">
                <a:solidFill>
                  <a:srgbClr val="2D7D46"/>
                </a:solidFill>
                <a:latin typeface="Calibri" pitchFamily="34" charset="0"/>
                <a:ea typeface="Calibri" pitchFamily="34" charset="-122"/>
                <a:cs typeface="Calibri" pitchFamily="34" charset="-120"/>
              </a:rPr>
              <a:t>Forte ★</a:t>
            </a:r>
            <a:endParaRPr lang="fr-FR" sz="1000" noProof="0"/>
          </a:p>
        </p:txBody>
      </p:sp>
      <p:sp>
        <p:nvSpPr>
          <p:cNvPr id="63" name="Text 61"/>
          <p:cNvSpPr/>
          <p:nvPr/>
        </p:nvSpPr>
        <p:spPr>
          <a:xfrm>
            <a:off x="6858000" y="3849624"/>
            <a:ext cx="1920240" cy="457200"/>
          </a:xfrm>
          <a:prstGeom prst="rect">
            <a:avLst/>
          </a:prstGeom>
          <a:noFill/>
          <a:ln/>
        </p:spPr>
        <p:txBody>
          <a:bodyPr wrap="square" lIns="0" tIns="0" rIns="0" bIns="0" rtlCol="0" anchor="ctr"/>
          <a:lstStyle/>
          <a:p>
            <a:pPr marL="0" indent="0">
              <a:buNone/>
            </a:pPr>
            <a:r>
              <a:rPr lang="fr-FR" sz="900" noProof="0">
                <a:solidFill>
                  <a:srgbClr val="4A5568"/>
                </a:solidFill>
                <a:latin typeface="Calibri" pitchFamily="34" charset="0"/>
                <a:ea typeface="Calibri" pitchFamily="34" charset="-122"/>
                <a:cs typeface="Calibri" pitchFamily="34" charset="-120"/>
              </a:rPr>
              <a:t>Principal levier de segmentation marketing</a:t>
            </a:r>
            <a:endParaRPr lang="fr-FR" sz="900" noProof="0"/>
          </a:p>
        </p:txBody>
      </p:sp>
      <p:sp>
        <p:nvSpPr>
          <p:cNvPr id="64" name="Shape 62"/>
          <p:cNvSpPr/>
          <p:nvPr/>
        </p:nvSpPr>
        <p:spPr>
          <a:xfrm>
            <a:off x="274320" y="4315968"/>
            <a:ext cx="8595360" cy="320040"/>
          </a:xfrm>
          <a:prstGeom prst="rect">
            <a:avLst/>
          </a:prstGeom>
          <a:solidFill>
            <a:srgbClr val="E8F4F8"/>
          </a:solidFill>
          <a:ln w="6350">
            <a:solidFill>
              <a:srgbClr val="0D6E8A"/>
            </a:solidFill>
            <a:prstDash val="solid"/>
          </a:ln>
        </p:spPr>
        <p:txBody>
          <a:bodyPr/>
          <a:lstStyle/>
          <a:p>
            <a:endParaRPr lang="fr-FR" noProof="0"/>
          </a:p>
        </p:txBody>
      </p:sp>
      <p:sp>
        <p:nvSpPr>
          <p:cNvPr id="65" name="Text 63"/>
          <p:cNvSpPr/>
          <p:nvPr/>
        </p:nvSpPr>
        <p:spPr>
          <a:xfrm>
            <a:off x="365760" y="4325112"/>
            <a:ext cx="8412480" cy="292608"/>
          </a:xfrm>
          <a:prstGeom prst="rect">
            <a:avLst/>
          </a:prstGeom>
          <a:noFill/>
          <a:ln/>
        </p:spPr>
        <p:txBody>
          <a:bodyPr wrap="square" lIns="0" tIns="0" rIns="0" bIns="0" rtlCol="0" anchor="ctr"/>
          <a:lstStyle/>
          <a:p>
            <a:pPr marL="0" indent="0">
              <a:buNone/>
            </a:pPr>
            <a:r>
              <a:rPr lang="fr-FR" sz="1000" b="1" noProof="0">
                <a:solidFill>
                  <a:srgbClr val="0D6E8A"/>
                </a:solidFill>
                <a:latin typeface="Calibri" pitchFamily="34" charset="0"/>
                <a:ea typeface="Calibri" pitchFamily="34" charset="-122"/>
                <a:cs typeface="Calibri" pitchFamily="34" charset="-120"/>
              </a:rPr>
              <a:t>Levier principal : segmenter par tranche d'âge (V Cramer = 0,42). Le genre n'est pas un critère pertinent.</a:t>
            </a:r>
            <a:endParaRPr lang="fr-FR" sz="1000" noProof="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0D6E8A"/>
          </a:solidFill>
          <a:ln w="12700">
            <a:solidFill>
              <a:srgbClr val="0D6E8A"/>
            </a:solidFill>
            <a:prstDash val="solid"/>
          </a:ln>
        </p:spPr>
        <p:txBody>
          <a:bodyPr/>
          <a:lstStyle/>
          <a:p>
            <a:endParaRPr lang="fr-FR" noProof="0"/>
          </a:p>
        </p:txBody>
      </p:sp>
      <p:sp>
        <p:nvSpPr>
          <p:cNvPr id="3" name="Shape 1"/>
          <p:cNvSpPr/>
          <p:nvPr/>
        </p:nvSpPr>
        <p:spPr>
          <a:xfrm>
            <a:off x="0" y="4828032"/>
            <a:ext cx="9144000" cy="315468"/>
          </a:xfrm>
          <a:prstGeom prst="rect">
            <a:avLst/>
          </a:prstGeom>
          <a:solidFill>
            <a:srgbClr val="E8A020"/>
          </a:solidFill>
          <a:ln w="12700">
            <a:solidFill>
              <a:srgbClr val="E8A020"/>
            </a:solidFill>
            <a:prstDash val="solid"/>
          </a:ln>
        </p:spPr>
        <p:txBody>
          <a:bodyPr/>
          <a:lstStyle/>
          <a:p>
            <a:endParaRPr lang="fr-FR" noProof="0"/>
          </a:p>
        </p:txBody>
      </p:sp>
      <p:sp>
        <p:nvSpPr>
          <p:cNvPr id="4" name="Text 2"/>
          <p:cNvSpPr/>
          <p:nvPr/>
        </p:nvSpPr>
        <p:spPr>
          <a:xfrm>
            <a:off x="548640" y="201168"/>
            <a:ext cx="8046720" cy="566928"/>
          </a:xfrm>
          <a:prstGeom prst="rect">
            <a:avLst/>
          </a:prstGeom>
          <a:noFill/>
          <a:ln/>
        </p:spPr>
        <p:txBody>
          <a:bodyPr wrap="square" lIns="0" tIns="0" rIns="0" bIns="0" rtlCol="0" anchor="ctr"/>
          <a:lstStyle/>
          <a:p>
            <a:pPr marL="0" indent="0">
              <a:buNone/>
            </a:pPr>
            <a:r>
              <a:rPr lang="fr-FR" sz="2600" b="1" noProof="0">
                <a:solidFill>
                  <a:srgbClr val="FFFFFF"/>
                </a:solidFill>
                <a:latin typeface="Calibri" pitchFamily="34" charset="0"/>
                <a:ea typeface="Calibri" pitchFamily="34" charset="-122"/>
                <a:cs typeface="Calibri" pitchFamily="34" charset="-120"/>
              </a:rPr>
              <a:t>Conclusions &amp; Recommandations</a:t>
            </a:r>
            <a:endParaRPr lang="fr-FR" sz="2600" noProof="0"/>
          </a:p>
        </p:txBody>
      </p:sp>
      <p:sp>
        <p:nvSpPr>
          <p:cNvPr id="5" name="Shape 3"/>
          <p:cNvSpPr/>
          <p:nvPr/>
        </p:nvSpPr>
        <p:spPr>
          <a:xfrm>
            <a:off x="548640" y="804672"/>
            <a:ext cx="1645920" cy="50292"/>
          </a:xfrm>
          <a:prstGeom prst="rect">
            <a:avLst/>
          </a:prstGeom>
          <a:solidFill>
            <a:srgbClr val="E8A020"/>
          </a:solidFill>
          <a:ln/>
        </p:spPr>
        <p:txBody>
          <a:bodyPr/>
          <a:lstStyle/>
          <a:p>
            <a:endParaRPr lang="fr-FR" noProof="0"/>
          </a:p>
        </p:txBody>
      </p:sp>
      <p:sp>
        <p:nvSpPr>
          <p:cNvPr id="6" name="Shape 4"/>
          <p:cNvSpPr/>
          <p:nvPr/>
        </p:nvSpPr>
        <p:spPr>
          <a:xfrm>
            <a:off x="411480" y="1024128"/>
            <a:ext cx="4114800" cy="1353312"/>
          </a:xfrm>
          <a:prstGeom prst="rect">
            <a:avLst/>
          </a:prstGeom>
          <a:solidFill>
            <a:srgbClr val="FFFFFF">
              <a:alpha val="12000"/>
            </a:srgbClr>
          </a:solidFill>
          <a:ln w="6350">
            <a:solidFill>
              <a:srgbClr val="445577"/>
            </a:solidFill>
            <a:prstDash val="solid"/>
          </a:ln>
        </p:spPr>
        <p:txBody>
          <a:bodyPr/>
          <a:lstStyle/>
          <a:p>
            <a:endParaRPr lang="fr-FR" noProof="0"/>
          </a:p>
        </p:txBody>
      </p:sp>
      <p:sp>
        <p:nvSpPr>
          <p:cNvPr id="7" name="Shape 5"/>
          <p:cNvSpPr/>
          <p:nvPr/>
        </p:nvSpPr>
        <p:spPr>
          <a:xfrm>
            <a:off x="411480" y="1024128"/>
            <a:ext cx="54864" cy="1353312"/>
          </a:xfrm>
          <a:prstGeom prst="rect">
            <a:avLst/>
          </a:prstGeom>
          <a:solidFill>
            <a:srgbClr val="E8A020"/>
          </a:solidFill>
          <a:ln/>
        </p:spPr>
        <p:txBody>
          <a:bodyPr/>
          <a:lstStyle/>
          <a:p>
            <a:endParaRPr lang="fr-FR" noProof="0"/>
          </a:p>
        </p:txBody>
      </p:sp>
      <p:sp>
        <p:nvSpPr>
          <p:cNvPr id="8" name="Text 6"/>
          <p:cNvSpPr/>
          <p:nvPr/>
        </p:nvSpPr>
        <p:spPr>
          <a:xfrm>
            <a:off x="548640" y="1097280"/>
            <a:ext cx="475488" cy="384048"/>
          </a:xfrm>
          <a:prstGeom prst="rect">
            <a:avLst/>
          </a:prstGeom>
          <a:noFill/>
          <a:ln/>
        </p:spPr>
        <p:txBody>
          <a:bodyPr wrap="square" lIns="0" tIns="0" rIns="0" bIns="0" rtlCol="0" anchor="ctr"/>
          <a:lstStyle/>
          <a:p>
            <a:pPr marL="0" indent="0">
              <a:buNone/>
            </a:pPr>
            <a:r>
              <a:rPr lang="fr-FR" sz="2200" b="1" noProof="0">
                <a:solidFill>
                  <a:srgbClr val="E8A020"/>
                </a:solidFill>
                <a:latin typeface="Calibri" pitchFamily="34" charset="0"/>
                <a:ea typeface="Calibri" pitchFamily="34" charset="-122"/>
                <a:cs typeface="Calibri" pitchFamily="34" charset="-120"/>
              </a:rPr>
              <a:t>01</a:t>
            </a:r>
            <a:endParaRPr lang="fr-FR" sz="2200" noProof="0"/>
          </a:p>
        </p:txBody>
      </p:sp>
      <p:sp>
        <p:nvSpPr>
          <p:cNvPr id="9" name="Text 7"/>
          <p:cNvSpPr/>
          <p:nvPr/>
        </p:nvSpPr>
        <p:spPr>
          <a:xfrm>
            <a:off x="1051560" y="1115568"/>
            <a:ext cx="3337560" cy="347472"/>
          </a:xfrm>
          <a:prstGeom prst="rect">
            <a:avLst/>
          </a:prstGeom>
          <a:noFill/>
          <a:ln/>
        </p:spPr>
        <p:txBody>
          <a:bodyPr wrap="square" lIns="0" tIns="0" rIns="0" bIns="0" rtlCol="0" anchor="ctr"/>
          <a:lstStyle/>
          <a:p>
            <a:pPr marL="0" indent="0">
              <a:buNone/>
            </a:pPr>
            <a:r>
              <a:rPr lang="fr-FR" sz="1200" b="1" noProof="0">
                <a:solidFill>
                  <a:srgbClr val="FFFFFF"/>
                </a:solidFill>
                <a:latin typeface="Calibri" pitchFamily="34" charset="0"/>
                <a:ea typeface="Calibri" pitchFamily="34" charset="-122"/>
                <a:cs typeface="Calibri" pitchFamily="34" charset="-120"/>
              </a:rPr>
              <a:t>Fidéliser le cœur de clientèle BtoC</a:t>
            </a:r>
            <a:endParaRPr lang="fr-FR" sz="1200" noProof="0"/>
          </a:p>
        </p:txBody>
      </p:sp>
      <p:sp>
        <p:nvSpPr>
          <p:cNvPr id="10" name="Text 8"/>
          <p:cNvSpPr/>
          <p:nvPr/>
        </p:nvSpPr>
        <p:spPr>
          <a:xfrm>
            <a:off x="548640" y="1554480"/>
            <a:ext cx="3858768" cy="713232"/>
          </a:xfrm>
          <a:prstGeom prst="rect">
            <a:avLst/>
          </a:prstGeom>
          <a:noFill/>
          <a:ln/>
        </p:spPr>
        <p:txBody>
          <a:bodyPr wrap="square" lIns="0" tIns="0" rIns="0" bIns="0" rtlCol="0" anchor="ctr"/>
          <a:lstStyle/>
          <a:p>
            <a:pPr marL="0" indent="0">
              <a:buNone/>
            </a:pPr>
            <a:r>
              <a:rPr lang="fr-FR" sz="950" noProof="0">
                <a:solidFill>
                  <a:srgbClr val="AACCDD"/>
                </a:solidFill>
                <a:latin typeface="Calibri" pitchFamily="34" charset="0"/>
                <a:ea typeface="Calibri" pitchFamily="34" charset="-122"/>
                <a:cs typeface="Calibri" pitchFamily="34" charset="-120"/>
              </a:rPr>
              <a:t>Le BtoC représente 92,6% du CA. La courbe de Lorenz (Gini=0,40) montre une concentration modérée : les 10% meilleurs clients génèrent 26% du CA. Fidéliser ce noyau dur est prioritaire.</a:t>
            </a:r>
            <a:endParaRPr lang="fr-FR" sz="950" noProof="0"/>
          </a:p>
        </p:txBody>
      </p:sp>
      <p:sp>
        <p:nvSpPr>
          <p:cNvPr id="11" name="Shape 9"/>
          <p:cNvSpPr/>
          <p:nvPr/>
        </p:nvSpPr>
        <p:spPr>
          <a:xfrm>
            <a:off x="4846320" y="1024128"/>
            <a:ext cx="4114800" cy="1353312"/>
          </a:xfrm>
          <a:prstGeom prst="rect">
            <a:avLst/>
          </a:prstGeom>
          <a:solidFill>
            <a:srgbClr val="FFFFFF">
              <a:alpha val="12000"/>
            </a:srgbClr>
          </a:solidFill>
          <a:ln w="6350">
            <a:solidFill>
              <a:srgbClr val="445577"/>
            </a:solidFill>
            <a:prstDash val="solid"/>
          </a:ln>
        </p:spPr>
        <p:txBody>
          <a:bodyPr/>
          <a:lstStyle/>
          <a:p>
            <a:endParaRPr lang="fr-FR" noProof="0"/>
          </a:p>
        </p:txBody>
      </p:sp>
      <p:sp>
        <p:nvSpPr>
          <p:cNvPr id="12" name="Shape 10"/>
          <p:cNvSpPr/>
          <p:nvPr/>
        </p:nvSpPr>
        <p:spPr>
          <a:xfrm>
            <a:off x="4846320" y="1024128"/>
            <a:ext cx="54864" cy="1353312"/>
          </a:xfrm>
          <a:prstGeom prst="rect">
            <a:avLst/>
          </a:prstGeom>
          <a:solidFill>
            <a:srgbClr val="E8A020"/>
          </a:solidFill>
          <a:ln/>
        </p:spPr>
        <p:txBody>
          <a:bodyPr/>
          <a:lstStyle/>
          <a:p>
            <a:endParaRPr lang="fr-FR" noProof="0"/>
          </a:p>
        </p:txBody>
      </p:sp>
      <p:sp>
        <p:nvSpPr>
          <p:cNvPr id="13" name="Text 11"/>
          <p:cNvSpPr/>
          <p:nvPr/>
        </p:nvSpPr>
        <p:spPr>
          <a:xfrm>
            <a:off x="4983480" y="1097280"/>
            <a:ext cx="475488" cy="384048"/>
          </a:xfrm>
          <a:prstGeom prst="rect">
            <a:avLst/>
          </a:prstGeom>
          <a:noFill/>
          <a:ln/>
        </p:spPr>
        <p:txBody>
          <a:bodyPr wrap="square" lIns="0" tIns="0" rIns="0" bIns="0" rtlCol="0" anchor="ctr"/>
          <a:lstStyle/>
          <a:p>
            <a:pPr marL="0" indent="0">
              <a:buNone/>
            </a:pPr>
            <a:r>
              <a:rPr lang="fr-FR" sz="2200" b="1" noProof="0">
                <a:solidFill>
                  <a:srgbClr val="E8A020"/>
                </a:solidFill>
                <a:latin typeface="Calibri" pitchFamily="34" charset="0"/>
                <a:ea typeface="Calibri" pitchFamily="34" charset="-122"/>
                <a:cs typeface="Calibri" pitchFamily="34" charset="-120"/>
              </a:rPr>
              <a:t>02</a:t>
            </a:r>
            <a:endParaRPr lang="fr-FR" sz="2200" noProof="0"/>
          </a:p>
        </p:txBody>
      </p:sp>
      <p:sp>
        <p:nvSpPr>
          <p:cNvPr id="14" name="Text 12"/>
          <p:cNvSpPr/>
          <p:nvPr/>
        </p:nvSpPr>
        <p:spPr>
          <a:xfrm>
            <a:off x="5486400" y="1115568"/>
            <a:ext cx="3337560" cy="347472"/>
          </a:xfrm>
          <a:prstGeom prst="rect">
            <a:avLst/>
          </a:prstGeom>
          <a:noFill/>
          <a:ln/>
        </p:spPr>
        <p:txBody>
          <a:bodyPr wrap="square" lIns="0" tIns="0" rIns="0" bIns="0" rtlCol="0" anchor="ctr"/>
          <a:lstStyle/>
          <a:p>
            <a:pPr marL="0" indent="0">
              <a:buNone/>
            </a:pPr>
            <a:r>
              <a:rPr lang="fr-FR" sz="1200" b="1" noProof="0">
                <a:solidFill>
                  <a:srgbClr val="FFFFFF"/>
                </a:solidFill>
                <a:latin typeface="Calibri" pitchFamily="34" charset="0"/>
                <a:ea typeface="Calibri" pitchFamily="34" charset="-122"/>
                <a:cs typeface="Calibri" pitchFamily="34" charset="-120"/>
              </a:rPr>
              <a:t>Renforcer les catégories 1 &amp; 2</a:t>
            </a:r>
            <a:endParaRPr lang="fr-FR" sz="1200" noProof="0"/>
          </a:p>
        </p:txBody>
      </p:sp>
      <p:sp>
        <p:nvSpPr>
          <p:cNvPr id="15" name="Text 13"/>
          <p:cNvSpPr/>
          <p:nvPr/>
        </p:nvSpPr>
        <p:spPr>
          <a:xfrm>
            <a:off x="4983480" y="1554480"/>
            <a:ext cx="3858768" cy="713232"/>
          </a:xfrm>
          <a:prstGeom prst="rect">
            <a:avLst/>
          </a:prstGeom>
          <a:noFill/>
          <a:ln/>
        </p:spPr>
        <p:txBody>
          <a:bodyPr wrap="square" lIns="0" tIns="0" rIns="0" bIns="0" rtlCol="0" anchor="ctr"/>
          <a:lstStyle/>
          <a:p>
            <a:pPr marL="0" indent="0">
              <a:buNone/>
            </a:pPr>
            <a:r>
              <a:rPr lang="fr-FR" sz="950" noProof="0">
                <a:solidFill>
                  <a:srgbClr val="AACCDD"/>
                </a:solidFill>
                <a:latin typeface="Calibri" pitchFamily="34" charset="0"/>
                <a:ea typeface="Calibri" pitchFamily="34" charset="-122"/>
                <a:cs typeface="Calibri" pitchFamily="34" charset="-120"/>
              </a:rPr>
              <a:t>Catégorie 1 = leader en volume. Catégorie 2 = premium (domine le Top 5). Investir ces deux segments est le levier de croissance le plus direct.</a:t>
            </a:r>
            <a:endParaRPr lang="fr-FR" sz="950" noProof="0"/>
          </a:p>
        </p:txBody>
      </p:sp>
      <p:sp>
        <p:nvSpPr>
          <p:cNvPr id="16" name="Shape 14"/>
          <p:cNvSpPr/>
          <p:nvPr/>
        </p:nvSpPr>
        <p:spPr>
          <a:xfrm>
            <a:off x="411480" y="2532888"/>
            <a:ext cx="4114800" cy="1353312"/>
          </a:xfrm>
          <a:prstGeom prst="rect">
            <a:avLst/>
          </a:prstGeom>
          <a:solidFill>
            <a:srgbClr val="FFFFFF">
              <a:alpha val="12000"/>
            </a:srgbClr>
          </a:solidFill>
          <a:ln w="6350">
            <a:solidFill>
              <a:srgbClr val="445577"/>
            </a:solidFill>
            <a:prstDash val="solid"/>
          </a:ln>
        </p:spPr>
        <p:txBody>
          <a:bodyPr/>
          <a:lstStyle/>
          <a:p>
            <a:endParaRPr lang="fr-FR" noProof="0"/>
          </a:p>
        </p:txBody>
      </p:sp>
      <p:sp>
        <p:nvSpPr>
          <p:cNvPr id="17" name="Shape 15"/>
          <p:cNvSpPr/>
          <p:nvPr/>
        </p:nvSpPr>
        <p:spPr>
          <a:xfrm>
            <a:off x="411480" y="2532888"/>
            <a:ext cx="54864" cy="1353312"/>
          </a:xfrm>
          <a:prstGeom prst="rect">
            <a:avLst/>
          </a:prstGeom>
          <a:solidFill>
            <a:srgbClr val="E8A020"/>
          </a:solidFill>
          <a:ln/>
        </p:spPr>
        <p:txBody>
          <a:bodyPr/>
          <a:lstStyle/>
          <a:p>
            <a:endParaRPr lang="fr-FR" noProof="0"/>
          </a:p>
        </p:txBody>
      </p:sp>
      <p:sp>
        <p:nvSpPr>
          <p:cNvPr id="18" name="Text 16"/>
          <p:cNvSpPr/>
          <p:nvPr/>
        </p:nvSpPr>
        <p:spPr>
          <a:xfrm>
            <a:off x="548640" y="2606040"/>
            <a:ext cx="475488" cy="384048"/>
          </a:xfrm>
          <a:prstGeom prst="rect">
            <a:avLst/>
          </a:prstGeom>
          <a:noFill/>
          <a:ln/>
        </p:spPr>
        <p:txBody>
          <a:bodyPr wrap="square" lIns="0" tIns="0" rIns="0" bIns="0" rtlCol="0" anchor="ctr"/>
          <a:lstStyle/>
          <a:p>
            <a:pPr marL="0" indent="0">
              <a:buNone/>
            </a:pPr>
            <a:r>
              <a:rPr lang="fr-FR" sz="2200" b="1" noProof="0">
                <a:solidFill>
                  <a:srgbClr val="E8A020"/>
                </a:solidFill>
                <a:latin typeface="Calibri" pitchFamily="34" charset="0"/>
                <a:ea typeface="Calibri" pitchFamily="34" charset="-122"/>
                <a:cs typeface="Calibri" pitchFamily="34" charset="-120"/>
              </a:rPr>
              <a:t>03</a:t>
            </a:r>
            <a:endParaRPr lang="fr-FR" sz="2200" noProof="0"/>
          </a:p>
        </p:txBody>
      </p:sp>
      <p:sp>
        <p:nvSpPr>
          <p:cNvPr id="19" name="Text 17"/>
          <p:cNvSpPr/>
          <p:nvPr/>
        </p:nvSpPr>
        <p:spPr>
          <a:xfrm>
            <a:off x="1051560" y="2624328"/>
            <a:ext cx="3337560" cy="347472"/>
          </a:xfrm>
          <a:prstGeom prst="rect">
            <a:avLst/>
          </a:prstGeom>
          <a:noFill/>
          <a:ln/>
        </p:spPr>
        <p:txBody>
          <a:bodyPr wrap="square" lIns="0" tIns="0" rIns="0" bIns="0" rtlCol="0" anchor="ctr"/>
          <a:lstStyle/>
          <a:p>
            <a:pPr marL="0" indent="0">
              <a:buNone/>
            </a:pPr>
            <a:r>
              <a:rPr lang="fr-FR" sz="1200" b="1" noProof="0">
                <a:solidFill>
                  <a:srgbClr val="FFFFFF"/>
                </a:solidFill>
                <a:latin typeface="Calibri" pitchFamily="34" charset="0"/>
                <a:ea typeface="Calibri" pitchFamily="34" charset="-122"/>
                <a:cs typeface="Calibri" pitchFamily="34" charset="-120"/>
              </a:rPr>
              <a:t>Abandonner la segmentation par genre</a:t>
            </a:r>
            <a:endParaRPr lang="fr-FR" sz="1200" noProof="0"/>
          </a:p>
        </p:txBody>
      </p:sp>
      <p:sp>
        <p:nvSpPr>
          <p:cNvPr id="20" name="Text 18"/>
          <p:cNvSpPr/>
          <p:nvPr/>
        </p:nvSpPr>
        <p:spPr>
          <a:xfrm>
            <a:off x="548640" y="3063240"/>
            <a:ext cx="3858768" cy="713232"/>
          </a:xfrm>
          <a:prstGeom prst="rect">
            <a:avLst/>
          </a:prstGeom>
          <a:noFill/>
          <a:ln/>
        </p:spPr>
        <p:txBody>
          <a:bodyPr wrap="square" lIns="0" tIns="0" rIns="0" bIns="0" rtlCol="0" anchor="ctr"/>
          <a:lstStyle/>
          <a:p>
            <a:pPr marL="0" indent="0">
              <a:buNone/>
            </a:pPr>
            <a:r>
              <a:rPr lang="fr-FR" sz="950" noProof="0">
                <a:solidFill>
                  <a:srgbClr val="AACCDD"/>
                </a:solidFill>
                <a:latin typeface="Calibri" pitchFamily="34" charset="0"/>
                <a:ea typeface="Calibri" pitchFamily="34" charset="-122"/>
                <a:cs typeface="Calibri" pitchFamily="34" charset="-120"/>
              </a:rPr>
              <a:t>Les données sont formelles : aucune corrélation genre/catégorie. Les campagnes marketing doivent cibler par âge, pas par sexe.</a:t>
            </a:r>
            <a:endParaRPr lang="fr-FR" sz="950" noProof="0"/>
          </a:p>
        </p:txBody>
      </p:sp>
      <p:sp>
        <p:nvSpPr>
          <p:cNvPr id="21" name="Shape 19"/>
          <p:cNvSpPr/>
          <p:nvPr/>
        </p:nvSpPr>
        <p:spPr>
          <a:xfrm>
            <a:off x="4846320" y="2532888"/>
            <a:ext cx="4114800" cy="1353312"/>
          </a:xfrm>
          <a:prstGeom prst="rect">
            <a:avLst/>
          </a:prstGeom>
          <a:solidFill>
            <a:srgbClr val="FFFFFF">
              <a:alpha val="12000"/>
            </a:srgbClr>
          </a:solidFill>
          <a:ln w="6350">
            <a:solidFill>
              <a:srgbClr val="445577"/>
            </a:solidFill>
            <a:prstDash val="solid"/>
          </a:ln>
        </p:spPr>
        <p:txBody>
          <a:bodyPr/>
          <a:lstStyle/>
          <a:p>
            <a:endParaRPr lang="fr-FR" noProof="0"/>
          </a:p>
        </p:txBody>
      </p:sp>
      <p:sp>
        <p:nvSpPr>
          <p:cNvPr id="22" name="Shape 20"/>
          <p:cNvSpPr/>
          <p:nvPr/>
        </p:nvSpPr>
        <p:spPr>
          <a:xfrm>
            <a:off x="4846320" y="2532888"/>
            <a:ext cx="54864" cy="1353312"/>
          </a:xfrm>
          <a:prstGeom prst="rect">
            <a:avLst/>
          </a:prstGeom>
          <a:solidFill>
            <a:srgbClr val="E8A020"/>
          </a:solidFill>
          <a:ln/>
        </p:spPr>
        <p:txBody>
          <a:bodyPr/>
          <a:lstStyle/>
          <a:p>
            <a:endParaRPr lang="fr-FR" noProof="0"/>
          </a:p>
        </p:txBody>
      </p:sp>
      <p:sp>
        <p:nvSpPr>
          <p:cNvPr id="23" name="Text 21"/>
          <p:cNvSpPr/>
          <p:nvPr/>
        </p:nvSpPr>
        <p:spPr>
          <a:xfrm>
            <a:off x="4983480" y="2606040"/>
            <a:ext cx="475488" cy="384048"/>
          </a:xfrm>
          <a:prstGeom prst="rect">
            <a:avLst/>
          </a:prstGeom>
          <a:noFill/>
          <a:ln/>
        </p:spPr>
        <p:txBody>
          <a:bodyPr wrap="square" lIns="0" tIns="0" rIns="0" bIns="0" rtlCol="0" anchor="ctr"/>
          <a:lstStyle/>
          <a:p>
            <a:pPr marL="0" indent="0">
              <a:buNone/>
            </a:pPr>
            <a:r>
              <a:rPr lang="fr-FR" sz="2200" b="1" noProof="0">
                <a:solidFill>
                  <a:srgbClr val="E8A020"/>
                </a:solidFill>
                <a:latin typeface="Calibri" pitchFamily="34" charset="0"/>
                <a:ea typeface="Calibri" pitchFamily="34" charset="-122"/>
                <a:cs typeface="Calibri" pitchFamily="34" charset="-120"/>
              </a:rPr>
              <a:t>04</a:t>
            </a:r>
            <a:endParaRPr lang="fr-FR" sz="2200" noProof="0"/>
          </a:p>
        </p:txBody>
      </p:sp>
      <p:sp>
        <p:nvSpPr>
          <p:cNvPr id="24" name="Text 22"/>
          <p:cNvSpPr/>
          <p:nvPr/>
        </p:nvSpPr>
        <p:spPr>
          <a:xfrm>
            <a:off x="5486400" y="2624328"/>
            <a:ext cx="3337560" cy="347472"/>
          </a:xfrm>
          <a:prstGeom prst="rect">
            <a:avLst/>
          </a:prstGeom>
          <a:noFill/>
          <a:ln/>
        </p:spPr>
        <p:txBody>
          <a:bodyPr wrap="square" lIns="0" tIns="0" rIns="0" bIns="0" rtlCol="0" anchor="ctr"/>
          <a:lstStyle/>
          <a:p>
            <a:pPr marL="0" indent="0">
              <a:buNone/>
            </a:pPr>
            <a:r>
              <a:rPr lang="fr-FR" sz="1200" b="1" noProof="0">
                <a:solidFill>
                  <a:srgbClr val="FFFFFF"/>
                </a:solidFill>
                <a:latin typeface="Calibri" pitchFamily="34" charset="0"/>
                <a:ea typeface="Calibri" pitchFamily="34" charset="-122"/>
                <a:cs typeface="Calibri" pitchFamily="34" charset="-120"/>
              </a:rPr>
              <a:t>Programme fidélité senior</a:t>
            </a:r>
            <a:endParaRPr lang="fr-FR" sz="1200" noProof="0"/>
          </a:p>
        </p:txBody>
      </p:sp>
      <p:sp>
        <p:nvSpPr>
          <p:cNvPr id="25" name="Text 23"/>
          <p:cNvSpPr/>
          <p:nvPr/>
        </p:nvSpPr>
        <p:spPr>
          <a:xfrm>
            <a:off x="4983480" y="3063240"/>
            <a:ext cx="3858768" cy="713232"/>
          </a:xfrm>
          <a:prstGeom prst="rect">
            <a:avLst/>
          </a:prstGeom>
          <a:noFill/>
          <a:ln/>
        </p:spPr>
        <p:txBody>
          <a:bodyPr wrap="square" lIns="0" tIns="0" rIns="0" bIns="0" rtlCol="0" anchor="ctr"/>
          <a:lstStyle/>
          <a:p>
            <a:pPr marL="0" indent="0">
              <a:buNone/>
            </a:pPr>
            <a:r>
              <a:rPr lang="fr-FR" sz="950" noProof="0">
                <a:solidFill>
                  <a:srgbClr val="AACCDD"/>
                </a:solidFill>
                <a:latin typeface="Calibri" pitchFamily="34" charset="0"/>
                <a:ea typeface="Calibri" pitchFamily="34" charset="-122"/>
                <a:cs typeface="Calibri" pitchFamily="34" charset="-120"/>
              </a:rPr>
              <a:t>Les clients 60+ ont une fréquence d'achat supérieure. Un programme de fidélité ciblé pourrait amplifier cet avantage naturel.</a:t>
            </a:r>
            <a:endParaRPr lang="fr-FR" sz="950" noProof="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2336</Words>
  <Application>Microsoft Office PowerPoint</Application>
  <PresentationFormat>Affichage à l'écran (16:9)</PresentationFormat>
  <Paragraphs>291</Paragraphs>
  <Slides>13</Slides>
  <Notes>13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13</vt:i4>
      </vt:variant>
    </vt:vector>
  </HeadingPairs>
  <TitlesOfParts>
    <vt:vector size="1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Librairie Lapage — Analyse des données 2021–2022</dc:title>
  <dc:subject>PptxGenJS Presentation</dc:subject>
  <dc:creator>Tristan</dc:creator>
  <cp:lastModifiedBy>Tristan Despont</cp:lastModifiedBy>
  <cp:revision>1</cp:revision>
  <dcterms:created xsi:type="dcterms:W3CDTF">2026-03-25T09:56:43Z</dcterms:created>
  <dcterms:modified xsi:type="dcterms:W3CDTF">2026-04-01T11:55:07Z</dcterms:modified>
</cp:coreProperties>
</file>