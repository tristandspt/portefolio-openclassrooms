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2" r:id="rId15"/>
    <p:sldId id="281" r:id="rId16"/>
    <p:sldId id="283" r:id="rId17"/>
    <p:sldId id="284" r:id="rId18"/>
    <p:sldId id="285" r:id="rId19"/>
    <p:sldId id="286" r:id="rId20"/>
    <p:sldId id="271" r:id="rId21"/>
  </p:sldIdLst>
  <p:sldSz cx="12192000" cy="6858000"/>
  <p:notesSz cx="6858000" cy="9144000"/>
  <p:embeddedFontLs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Lato Light" panose="020F0502020204030203" pitchFamily="34" charset="0"/>
      <p:regular r:id="rId31"/>
      <p:italic r:id="rId32"/>
    </p:embeddedFont>
    <p:embeddedFont>
      <p:font typeface="Lato Semibold" panose="020F0502020204030203" pitchFamily="34" charset="0"/>
      <p:bold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0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18E5B-FB3D-4693-B581-F807CE5009C2}" v="56" dt="2026-02-02T10:10:01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288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stan Despont" userId="d1a7c66da9d715b7" providerId="LiveId" clId="{25DB666C-E071-4181-B0DD-0C11C5554C67}"/>
    <pc:docChg chg="undo redo custSel addSld delSld modSld modMainMaster">
      <pc:chgData name="Tristan Despont" userId="d1a7c66da9d715b7" providerId="LiveId" clId="{25DB666C-E071-4181-B0DD-0C11C5554C67}" dt="2026-02-02T10:11:02.598" v="1606" actId="207"/>
      <pc:docMkLst>
        <pc:docMk/>
      </pc:docMkLst>
      <pc:sldChg chg="addSp delSp modSp mod setBg">
        <pc:chgData name="Tristan Despont" userId="d1a7c66da9d715b7" providerId="LiveId" clId="{25DB666C-E071-4181-B0DD-0C11C5554C67}" dt="2026-01-27T13:51:48.245" v="79"/>
        <pc:sldMkLst>
          <pc:docMk/>
          <pc:sldMk cId="0" sldId="256"/>
        </pc:sldMkLst>
        <pc:spChg chg="mod">
          <ac:chgData name="Tristan Despont" userId="d1a7c66da9d715b7" providerId="LiveId" clId="{25DB666C-E071-4181-B0DD-0C11C5554C67}" dt="2026-01-27T13:35:21.889" v="26" actId="20577"/>
          <ac:spMkLst>
            <pc:docMk/>
            <pc:sldMk cId="0" sldId="256"/>
            <ac:spMk id="122" creationId="{00000000-0000-0000-0000-000000000000}"/>
          </ac:spMkLst>
        </pc:spChg>
        <pc:picChg chg="add del mod">
          <ac:chgData name="Tristan Despont" userId="d1a7c66da9d715b7" providerId="LiveId" clId="{25DB666C-E071-4181-B0DD-0C11C5554C67}" dt="2026-01-27T13:36:16.207" v="35" actId="14100"/>
          <ac:picMkLst>
            <pc:docMk/>
            <pc:sldMk cId="0" sldId="256"/>
            <ac:picMk id="124" creationId="{00000000-0000-0000-0000-000000000000}"/>
          </ac:picMkLst>
        </pc:picChg>
      </pc:sldChg>
      <pc:sldChg chg="modSp mod">
        <pc:chgData name="Tristan Despont" userId="d1a7c66da9d715b7" providerId="LiveId" clId="{25DB666C-E071-4181-B0DD-0C11C5554C67}" dt="2026-02-02T09:58:52.652" v="1260" actId="1076"/>
        <pc:sldMkLst>
          <pc:docMk/>
          <pc:sldMk cId="0" sldId="258"/>
        </pc:sldMkLst>
        <pc:spChg chg="mod">
          <ac:chgData name="Tristan Despont" userId="d1a7c66da9d715b7" providerId="LiveId" clId="{25DB666C-E071-4181-B0DD-0C11C5554C67}" dt="2026-02-02T09:58:46.452" v="1259" actId="1076"/>
          <ac:spMkLst>
            <pc:docMk/>
            <pc:sldMk cId="0" sldId="258"/>
            <ac:spMk id="10" creationId="{B3353F3D-CE43-640C-4D01-1E21460DF383}"/>
          </ac:spMkLst>
        </pc:spChg>
        <pc:spChg chg="mod">
          <ac:chgData name="Tristan Despont" userId="d1a7c66da9d715b7" providerId="LiveId" clId="{25DB666C-E071-4181-B0DD-0C11C5554C67}" dt="2026-02-02T09:58:32.044" v="1258" actId="1076"/>
          <ac:spMkLst>
            <pc:docMk/>
            <pc:sldMk cId="0" sldId="258"/>
            <ac:spMk id="138" creationId="{00000000-0000-0000-0000-000000000000}"/>
          </ac:spMkLst>
        </pc:spChg>
        <pc:picChg chg="mod">
          <ac:chgData name="Tristan Despont" userId="d1a7c66da9d715b7" providerId="LiveId" clId="{25DB666C-E071-4181-B0DD-0C11C5554C67}" dt="2026-02-02T09:58:52.652" v="1260" actId="1076"/>
          <ac:picMkLst>
            <pc:docMk/>
            <pc:sldMk cId="0" sldId="258"/>
            <ac:picMk id="12" creationId="{07F82226-46B1-BE4E-65A5-7D72ADF5DB94}"/>
          </ac:picMkLst>
        </pc:picChg>
      </pc:sldChg>
      <pc:sldChg chg="addSp delSp modSp mod">
        <pc:chgData name="Tristan Despont" userId="d1a7c66da9d715b7" providerId="LiveId" clId="{25DB666C-E071-4181-B0DD-0C11C5554C67}" dt="2026-02-02T10:02:58.251" v="1371" actId="20577"/>
        <pc:sldMkLst>
          <pc:docMk/>
          <pc:sldMk cId="0" sldId="259"/>
        </pc:sldMkLst>
        <pc:spChg chg="mod">
          <ac:chgData name="Tristan Despont" userId="d1a7c66da9d715b7" providerId="LiveId" clId="{25DB666C-E071-4181-B0DD-0C11C5554C67}" dt="2026-01-27T15:20:20.490" v="973" actId="14100"/>
          <ac:spMkLst>
            <pc:docMk/>
            <pc:sldMk cId="0" sldId="259"/>
            <ac:spMk id="145" creationId="{00000000-0000-0000-0000-000000000000}"/>
          </ac:spMkLst>
        </pc:spChg>
        <pc:spChg chg="mod">
          <ac:chgData name="Tristan Despont" userId="d1a7c66da9d715b7" providerId="LiveId" clId="{25DB666C-E071-4181-B0DD-0C11C5554C67}" dt="2026-02-02T10:02:58.251" v="1371" actId="20577"/>
          <ac:spMkLst>
            <pc:docMk/>
            <pc:sldMk cId="0" sldId="259"/>
            <ac:spMk id="146" creationId="{00000000-0000-0000-0000-000000000000}"/>
          </ac:spMkLst>
        </pc:spChg>
        <pc:picChg chg="add mod">
          <ac:chgData name="Tristan Despont" userId="d1a7c66da9d715b7" providerId="LiveId" clId="{25DB666C-E071-4181-B0DD-0C11C5554C67}" dt="2026-01-27T14:19:07.419" v="157" actId="14861"/>
          <ac:picMkLst>
            <pc:docMk/>
            <pc:sldMk cId="0" sldId="259"/>
            <ac:picMk id="3" creationId="{D14B3613-7951-6757-4F65-4831480C05AB}"/>
          </ac:picMkLst>
        </pc:picChg>
        <pc:picChg chg="mod">
          <ac:chgData name="Tristan Despont" userId="d1a7c66da9d715b7" providerId="LiveId" clId="{25DB666C-E071-4181-B0DD-0C11C5554C67}" dt="2026-02-02T09:59:56.322" v="1287" actId="1076"/>
          <ac:picMkLst>
            <pc:docMk/>
            <pc:sldMk cId="0" sldId="259"/>
            <ac:picMk id="4" creationId="{C5786A95-1DC2-F89A-7A41-793795682D96}"/>
          </ac:picMkLst>
        </pc:picChg>
      </pc:sldChg>
      <pc:sldChg chg="modSp add mod">
        <pc:chgData name="Tristan Despont" userId="d1a7c66da9d715b7" providerId="LiveId" clId="{25DB666C-E071-4181-B0DD-0C11C5554C67}" dt="2026-02-02T10:02:54.432" v="1370" actId="20577"/>
        <pc:sldMkLst>
          <pc:docMk/>
          <pc:sldMk cId="1395590317" sldId="272"/>
        </pc:sldMkLst>
        <pc:spChg chg="mod">
          <ac:chgData name="Tristan Despont" userId="d1a7c66da9d715b7" providerId="LiveId" clId="{25DB666C-E071-4181-B0DD-0C11C5554C67}" dt="2026-01-27T15:20:42.088" v="977" actId="14100"/>
          <ac:spMkLst>
            <pc:docMk/>
            <pc:sldMk cId="1395590317" sldId="272"/>
            <ac:spMk id="145" creationId="{68E5A884-8FE2-E176-1DA1-512FDB24245E}"/>
          </ac:spMkLst>
        </pc:spChg>
        <pc:spChg chg="mod">
          <ac:chgData name="Tristan Despont" userId="d1a7c66da9d715b7" providerId="LiveId" clId="{25DB666C-E071-4181-B0DD-0C11C5554C67}" dt="2026-02-02T10:02:54.432" v="1370" actId="20577"/>
          <ac:spMkLst>
            <pc:docMk/>
            <pc:sldMk cId="1395590317" sldId="272"/>
            <ac:spMk id="146" creationId="{BA5E89B1-24E7-4B2F-EA4F-C8ED5B9AB2D7}"/>
          </ac:spMkLst>
        </pc:spChg>
        <pc:picChg chg="mod">
          <ac:chgData name="Tristan Despont" userId="d1a7c66da9d715b7" providerId="LiveId" clId="{25DB666C-E071-4181-B0DD-0C11C5554C67}" dt="2026-01-27T14:27:32.954" v="159" actId="14826"/>
          <ac:picMkLst>
            <pc:docMk/>
            <pc:sldMk cId="1395590317" sldId="272"/>
            <ac:picMk id="3" creationId="{8BFED661-1783-C59C-B2B4-E33764BAA2C8}"/>
          </ac:picMkLst>
        </pc:picChg>
      </pc:sldChg>
      <pc:sldChg chg="modSp add mod">
        <pc:chgData name="Tristan Despont" userId="d1a7c66da9d715b7" providerId="LiveId" clId="{25DB666C-E071-4181-B0DD-0C11C5554C67}" dt="2026-02-02T10:03:36.378" v="1421" actId="207"/>
        <pc:sldMkLst>
          <pc:docMk/>
          <pc:sldMk cId="1223175716" sldId="273"/>
        </pc:sldMkLst>
        <pc:spChg chg="mod">
          <ac:chgData name="Tristan Despont" userId="d1a7c66da9d715b7" providerId="LiveId" clId="{25DB666C-E071-4181-B0DD-0C11C5554C67}" dt="2026-01-27T15:20:58.970" v="981" actId="14100"/>
          <ac:spMkLst>
            <pc:docMk/>
            <pc:sldMk cId="1223175716" sldId="273"/>
            <ac:spMk id="145" creationId="{3A237405-1C39-1F8A-90D2-15F95C5F5144}"/>
          </ac:spMkLst>
        </pc:spChg>
        <pc:spChg chg="mod">
          <ac:chgData name="Tristan Despont" userId="d1a7c66da9d715b7" providerId="LiveId" clId="{25DB666C-E071-4181-B0DD-0C11C5554C67}" dt="2026-02-02T10:03:36.378" v="1421" actId="207"/>
          <ac:spMkLst>
            <pc:docMk/>
            <pc:sldMk cId="1223175716" sldId="273"/>
            <ac:spMk id="146" creationId="{4A7AC4DA-EF81-6A05-1C16-B862DCB2FBA0}"/>
          </ac:spMkLst>
        </pc:spChg>
        <pc:picChg chg="mod">
          <ac:chgData name="Tristan Despont" userId="d1a7c66da9d715b7" providerId="LiveId" clId="{25DB666C-E071-4181-B0DD-0C11C5554C67}" dt="2026-01-27T14:50:02.708" v="216" actId="14826"/>
          <ac:picMkLst>
            <pc:docMk/>
            <pc:sldMk cId="1223175716" sldId="273"/>
            <ac:picMk id="3" creationId="{1C09AEDD-AA4F-CCF5-BC40-270FCEA51CE1}"/>
          </ac:picMkLst>
        </pc:picChg>
      </pc:sldChg>
      <pc:sldChg chg="modSp add mod">
        <pc:chgData name="Tristan Despont" userId="d1a7c66da9d715b7" providerId="LiveId" clId="{25DB666C-E071-4181-B0DD-0C11C5554C67}" dt="2026-01-27T15:21:18.512" v="985" actId="14100"/>
        <pc:sldMkLst>
          <pc:docMk/>
          <pc:sldMk cId="3996303519" sldId="274"/>
        </pc:sldMkLst>
        <pc:spChg chg="mod">
          <ac:chgData name="Tristan Despont" userId="d1a7c66da9d715b7" providerId="LiveId" clId="{25DB666C-E071-4181-B0DD-0C11C5554C67}" dt="2026-01-27T15:21:18.512" v="985" actId="14100"/>
          <ac:spMkLst>
            <pc:docMk/>
            <pc:sldMk cId="3996303519" sldId="274"/>
            <ac:spMk id="145" creationId="{4A974F1F-8607-5795-8D0F-CAF8DA6FE176}"/>
          </ac:spMkLst>
        </pc:spChg>
        <pc:spChg chg="mod">
          <ac:chgData name="Tristan Despont" userId="d1a7c66da9d715b7" providerId="LiveId" clId="{25DB666C-E071-4181-B0DD-0C11C5554C67}" dt="2026-01-27T15:14:33.819" v="918" actId="20577"/>
          <ac:spMkLst>
            <pc:docMk/>
            <pc:sldMk cId="3996303519" sldId="274"/>
            <ac:spMk id="146" creationId="{63CCAAEC-7629-B5DD-C5FC-DA5454A2F751}"/>
          </ac:spMkLst>
        </pc:spChg>
        <pc:picChg chg="mod">
          <ac:chgData name="Tristan Despont" userId="d1a7c66da9d715b7" providerId="LiveId" clId="{25DB666C-E071-4181-B0DD-0C11C5554C67}" dt="2026-01-27T15:05:22.318" v="710" actId="14100"/>
          <ac:picMkLst>
            <pc:docMk/>
            <pc:sldMk cId="3996303519" sldId="274"/>
            <ac:picMk id="3" creationId="{AE8E58AC-15B4-0A39-0FC8-2E164A1795ED}"/>
          </ac:picMkLst>
        </pc:picChg>
      </pc:sldChg>
      <pc:sldChg chg="modSp add mod">
        <pc:chgData name="Tristan Despont" userId="d1a7c66da9d715b7" providerId="LiveId" clId="{25DB666C-E071-4181-B0DD-0C11C5554C67}" dt="2026-01-27T15:28:56.901" v="989" actId="14100"/>
        <pc:sldMkLst>
          <pc:docMk/>
          <pc:sldMk cId="1946449792" sldId="275"/>
        </pc:sldMkLst>
        <pc:spChg chg="mod">
          <ac:chgData name="Tristan Despont" userId="d1a7c66da9d715b7" providerId="LiveId" clId="{25DB666C-E071-4181-B0DD-0C11C5554C67}" dt="2026-01-27T15:28:56.901" v="989" actId="14100"/>
          <ac:spMkLst>
            <pc:docMk/>
            <pc:sldMk cId="1946449792" sldId="275"/>
            <ac:spMk id="145" creationId="{72B329F5-0696-F412-FF6A-D8BE762B65AE}"/>
          </ac:spMkLst>
        </pc:spChg>
        <pc:spChg chg="mod">
          <ac:chgData name="Tristan Despont" userId="d1a7c66da9d715b7" providerId="LiveId" clId="{25DB666C-E071-4181-B0DD-0C11C5554C67}" dt="2026-01-27T15:17:37.677" v="963" actId="207"/>
          <ac:spMkLst>
            <pc:docMk/>
            <pc:sldMk cId="1946449792" sldId="275"/>
            <ac:spMk id="146" creationId="{97C2A561-07BD-753C-A107-FB3F2460F044}"/>
          </ac:spMkLst>
        </pc:spChg>
        <pc:picChg chg="mod">
          <ac:chgData name="Tristan Despont" userId="d1a7c66da9d715b7" providerId="LiveId" clId="{25DB666C-E071-4181-B0DD-0C11C5554C67}" dt="2026-01-27T15:11:48.399" v="776" actId="14826"/>
          <ac:picMkLst>
            <pc:docMk/>
            <pc:sldMk cId="1946449792" sldId="275"/>
            <ac:picMk id="3" creationId="{3B219787-91FF-798F-CF54-06EAD27E0CD8}"/>
          </ac:picMkLst>
        </pc:picChg>
      </pc:sldChg>
      <pc:sldChg chg="addSp delSp modSp add mod">
        <pc:chgData name="Tristan Despont" userId="d1a7c66da9d715b7" providerId="LiveId" clId="{25DB666C-E071-4181-B0DD-0C11C5554C67}" dt="2026-01-27T15:44:51.854" v="1254" actId="20577"/>
        <pc:sldMkLst>
          <pc:docMk/>
          <pc:sldMk cId="4131123238" sldId="276"/>
        </pc:sldMkLst>
        <pc:spChg chg="add mod">
          <ac:chgData name="Tristan Despont" userId="d1a7c66da9d715b7" providerId="LiveId" clId="{25DB666C-E071-4181-B0DD-0C11C5554C67}" dt="2026-01-27T15:44:51.854" v="1254" actId="20577"/>
          <ac:spMkLst>
            <pc:docMk/>
            <pc:sldMk cId="4131123238" sldId="276"/>
            <ac:spMk id="5" creationId="{EBB2C793-B5CB-FEF6-5224-02357A7532B2}"/>
          </ac:spMkLst>
        </pc:spChg>
        <pc:spChg chg="mod">
          <ac:chgData name="Tristan Despont" userId="d1a7c66da9d715b7" providerId="LiveId" clId="{25DB666C-E071-4181-B0DD-0C11C5554C67}" dt="2026-01-27T15:35:52.667" v="1000" actId="20577"/>
          <ac:spMkLst>
            <pc:docMk/>
            <pc:sldMk cId="4131123238" sldId="276"/>
            <ac:spMk id="145" creationId="{44BF3681-C43F-8E5A-8FB8-2D6904086A63}"/>
          </ac:spMkLst>
        </pc:spChg>
        <pc:picChg chg="mod">
          <ac:chgData name="Tristan Despont" userId="d1a7c66da9d715b7" providerId="LiveId" clId="{25DB666C-E071-4181-B0DD-0C11C5554C67}" dt="2026-01-27T15:34:33.380" v="998" actId="14100"/>
          <ac:picMkLst>
            <pc:docMk/>
            <pc:sldMk cId="4131123238" sldId="276"/>
            <ac:picMk id="3" creationId="{03196F50-B3D2-33C8-801C-8CB17CA10AD6}"/>
          </ac:picMkLst>
        </pc:picChg>
      </pc:sldChg>
      <pc:sldChg chg="modSp mod">
        <pc:chgData name="Tristan Despont" userId="d1a7c66da9d715b7" providerId="LiveId" clId="{25DB666C-E071-4181-B0DD-0C11C5554C67}" dt="2026-02-02T10:06:44.156" v="1512" actId="20577"/>
        <pc:sldMkLst>
          <pc:docMk/>
          <pc:sldMk cId="553375877" sldId="281"/>
        </pc:sldMkLst>
        <pc:spChg chg="mod">
          <ac:chgData name="Tristan Despont" userId="d1a7c66da9d715b7" providerId="LiveId" clId="{25DB666C-E071-4181-B0DD-0C11C5554C67}" dt="2026-02-02T10:06:44.156" v="1512" actId="20577"/>
          <ac:spMkLst>
            <pc:docMk/>
            <pc:sldMk cId="553375877" sldId="281"/>
            <ac:spMk id="8" creationId="{BE131C3F-2503-D2F8-4844-866A0053FF66}"/>
          </ac:spMkLst>
        </pc:spChg>
      </pc:sldChg>
      <pc:sldChg chg="modSp mod">
        <pc:chgData name="Tristan Despont" userId="d1a7c66da9d715b7" providerId="LiveId" clId="{25DB666C-E071-4181-B0DD-0C11C5554C67}" dt="2026-02-02T10:04:51.716" v="1454" actId="20577"/>
        <pc:sldMkLst>
          <pc:docMk/>
          <pc:sldMk cId="1767877521" sldId="282"/>
        </pc:sldMkLst>
        <pc:spChg chg="mod">
          <ac:chgData name="Tristan Despont" userId="d1a7c66da9d715b7" providerId="LiveId" clId="{25DB666C-E071-4181-B0DD-0C11C5554C67}" dt="2026-02-02T10:04:51.716" v="1454" actId="20577"/>
          <ac:spMkLst>
            <pc:docMk/>
            <pc:sldMk cId="1767877521" sldId="282"/>
            <ac:spMk id="6" creationId="{EB59B856-7E8E-D6E5-6ED8-2C97FD4BA4C0}"/>
          </ac:spMkLst>
        </pc:spChg>
        <pc:picChg chg="mod">
          <ac:chgData name="Tristan Despont" userId="d1a7c66da9d715b7" providerId="LiveId" clId="{25DB666C-E071-4181-B0DD-0C11C5554C67}" dt="2026-02-02T10:04:38.339" v="1440" actId="1076"/>
          <ac:picMkLst>
            <pc:docMk/>
            <pc:sldMk cId="1767877521" sldId="282"/>
            <ac:picMk id="7" creationId="{A40DA6FA-0CA7-C1CF-F315-5005B36CECE4}"/>
          </ac:picMkLst>
        </pc:picChg>
      </pc:sldChg>
      <pc:sldChg chg="modSp mod">
        <pc:chgData name="Tristan Despont" userId="d1a7c66da9d715b7" providerId="LiveId" clId="{25DB666C-E071-4181-B0DD-0C11C5554C67}" dt="2026-02-02T10:08:53.446" v="1583"/>
        <pc:sldMkLst>
          <pc:docMk/>
          <pc:sldMk cId="3247424542" sldId="283"/>
        </pc:sldMkLst>
        <pc:spChg chg="mod">
          <ac:chgData name="Tristan Despont" userId="d1a7c66da9d715b7" providerId="LiveId" clId="{25DB666C-E071-4181-B0DD-0C11C5554C67}" dt="2026-02-02T10:08:53.446" v="1583"/>
          <ac:spMkLst>
            <pc:docMk/>
            <pc:sldMk cId="3247424542" sldId="283"/>
            <ac:spMk id="146" creationId="{9305D707-1A3B-900A-1708-BC71E83A3EBC}"/>
          </ac:spMkLst>
        </pc:spChg>
      </pc:sldChg>
      <pc:sldChg chg="modSp mod">
        <pc:chgData name="Tristan Despont" userId="d1a7c66da9d715b7" providerId="LiveId" clId="{25DB666C-E071-4181-B0DD-0C11C5554C67}" dt="2026-02-02T10:09:33.812" v="1586" actId="207"/>
        <pc:sldMkLst>
          <pc:docMk/>
          <pc:sldMk cId="1003111697" sldId="284"/>
        </pc:sldMkLst>
        <pc:spChg chg="mod">
          <ac:chgData name="Tristan Despont" userId="d1a7c66da9d715b7" providerId="LiveId" clId="{25DB666C-E071-4181-B0DD-0C11C5554C67}" dt="2026-02-02T10:09:33.812" v="1586" actId="207"/>
          <ac:spMkLst>
            <pc:docMk/>
            <pc:sldMk cId="1003111697" sldId="284"/>
            <ac:spMk id="6" creationId="{A54BC04F-CF31-42B9-5F96-A9EA92F4E98A}"/>
          </ac:spMkLst>
        </pc:spChg>
      </pc:sldChg>
      <pc:sldChg chg="modSp mod">
        <pc:chgData name="Tristan Despont" userId="d1a7c66da9d715b7" providerId="LiveId" clId="{25DB666C-E071-4181-B0DD-0C11C5554C67}" dt="2026-02-02T10:11:02.598" v="1606" actId="207"/>
        <pc:sldMkLst>
          <pc:docMk/>
          <pc:sldMk cId="2009254531" sldId="285"/>
        </pc:sldMkLst>
        <pc:spChg chg="mod">
          <ac:chgData name="Tristan Despont" userId="d1a7c66da9d715b7" providerId="LiveId" clId="{25DB666C-E071-4181-B0DD-0C11C5554C67}" dt="2026-02-02T10:11:02.598" v="1606" actId="207"/>
          <ac:spMkLst>
            <pc:docMk/>
            <pc:sldMk cId="2009254531" sldId="285"/>
            <ac:spMk id="6" creationId="{38D2FEF4-C95C-2867-E6A9-BD98E7E19158}"/>
          </ac:spMkLst>
        </pc:spChg>
        <pc:picChg chg="mod">
          <ac:chgData name="Tristan Despont" userId="d1a7c66da9d715b7" providerId="LiveId" clId="{25DB666C-E071-4181-B0DD-0C11C5554C67}" dt="2026-02-02T10:10:47.134" v="1605" actId="1037"/>
          <ac:picMkLst>
            <pc:docMk/>
            <pc:sldMk cId="2009254531" sldId="285"/>
            <ac:picMk id="4" creationId="{910EC572-CE42-BE4A-18DE-8D1DF237FF9F}"/>
          </ac:picMkLst>
        </pc:picChg>
      </pc:sldChg>
      <pc:sldMasterChg chg="modSldLayout">
        <pc:chgData name="Tristan Despont" userId="d1a7c66da9d715b7" providerId="LiveId" clId="{25DB666C-E071-4181-B0DD-0C11C5554C67}" dt="2026-01-27T13:51:27.945" v="78" actId="14100"/>
        <pc:sldMasterMkLst>
          <pc:docMk/>
          <pc:sldMasterMk cId="0" sldId="2147483648"/>
        </pc:sldMasterMkLst>
        <pc:sldLayoutChg chg="modSp mod">
          <pc:chgData name="Tristan Despont" userId="d1a7c66da9d715b7" providerId="LiveId" clId="{25DB666C-E071-4181-B0DD-0C11C5554C67}" dt="2026-01-27T13:51:27.945" v="78" actId="14100"/>
          <pc:sldLayoutMkLst>
            <pc:docMk/>
            <pc:sldMasterMk cId="0" sldId="2147483648"/>
            <pc:sldLayoutMk cId="0" sldId="2147483650"/>
          </pc:sldLayoutMkLst>
          <pc:spChg chg="mod">
            <ac:chgData name="Tristan Despont" userId="d1a7c66da9d715b7" providerId="LiveId" clId="{25DB666C-E071-4181-B0DD-0C11C5554C67}" dt="2026-01-27T13:51:03.915" v="76" actId="14100"/>
            <ac:spMkLst>
              <pc:docMk/>
              <pc:sldMasterMk cId="0" sldId="2147483648"/>
              <pc:sldLayoutMk cId="0" sldId="2147483650"/>
              <ac:spMk id="23" creationId="{00000000-0000-0000-0000-000000000000}"/>
            </ac:spMkLst>
          </pc:spChg>
          <pc:spChg chg="mod">
            <ac:chgData name="Tristan Despont" userId="d1a7c66da9d715b7" providerId="LiveId" clId="{25DB666C-E071-4181-B0DD-0C11C5554C67}" dt="2026-01-27T13:51:13.484" v="77" actId="1076"/>
            <ac:spMkLst>
              <pc:docMk/>
              <pc:sldMasterMk cId="0" sldId="2147483648"/>
              <pc:sldLayoutMk cId="0" sldId="2147483650"/>
              <ac:spMk id="24" creationId="{00000000-0000-0000-0000-000000000000}"/>
            </ac:spMkLst>
          </pc:spChg>
          <pc:spChg chg="mod">
            <ac:chgData name="Tristan Despont" userId="d1a7c66da9d715b7" providerId="LiveId" clId="{25DB666C-E071-4181-B0DD-0C11C5554C67}" dt="2026-01-27T13:51:27.945" v="78" actId="14100"/>
            <ac:spMkLst>
              <pc:docMk/>
              <pc:sldMasterMk cId="0" sldId="2147483648"/>
              <pc:sldLayoutMk cId="0" sldId="2147483650"/>
              <ac:spMk id="25" creationId="{00000000-0000-0000-0000-000000000000}"/>
            </ac:spMkLst>
          </pc:spChg>
        </pc:sldLayoutChg>
      </pc:sldMasterChg>
    </pc:docChg>
  </pc:docChgLst>
  <pc:docChgLst>
    <pc:chgData name="Tristan Despont" userId="d1a7c66da9d715b7" providerId="LiveId" clId="{8D77CC59-83D2-4C48-82B8-96050E88F101}"/>
    <pc:docChg chg="undo redo custSel addSld delSld modSld sldOrd">
      <pc:chgData name="Tristan Despont" userId="d1a7c66da9d715b7" providerId="LiveId" clId="{8D77CC59-83D2-4C48-82B8-96050E88F101}" dt="2026-02-02T22:21:59.711" v="2501" actId="20577"/>
      <pc:docMkLst>
        <pc:docMk/>
      </pc:docMkLst>
      <pc:sldChg chg="addSp modSp mod">
        <pc:chgData name="Tristan Despont" userId="d1a7c66da9d715b7" providerId="LiveId" clId="{8D77CC59-83D2-4C48-82B8-96050E88F101}" dt="2026-01-28T13:12:13.058" v="2413" actId="692"/>
        <pc:sldMkLst>
          <pc:docMk/>
          <pc:sldMk cId="0" sldId="256"/>
        </pc:sldMkLst>
        <pc:spChg chg="mod">
          <ac:chgData name="Tristan Despont" userId="d1a7c66da9d715b7" providerId="LiveId" clId="{8D77CC59-83D2-4C48-82B8-96050E88F101}" dt="2026-01-28T09:27:18.423" v="23" actId="1076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Tristan Despont" userId="d1a7c66da9d715b7" providerId="LiveId" clId="{8D77CC59-83D2-4C48-82B8-96050E88F101}" dt="2026-01-28T12:41:28.014" v="1650" actId="20577"/>
          <ac:spMkLst>
            <pc:docMk/>
            <pc:sldMk cId="0" sldId="256"/>
            <ac:spMk id="122" creationId="{00000000-0000-0000-0000-000000000000}"/>
          </ac:spMkLst>
        </pc:spChg>
        <pc:spChg chg="mod">
          <ac:chgData name="Tristan Despont" userId="d1a7c66da9d715b7" providerId="LiveId" clId="{8D77CC59-83D2-4C48-82B8-96050E88F101}" dt="2026-01-28T09:26:30.207" v="16" actId="14100"/>
          <ac:spMkLst>
            <pc:docMk/>
            <pc:sldMk cId="0" sldId="256"/>
            <ac:spMk id="123" creationId="{00000000-0000-0000-0000-000000000000}"/>
          </ac:spMkLst>
        </pc:spChg>
        <pc:picChg chg="add mod">
          <ac:chgData name="Tristan Despont" userId="d1a7c66da9d715b7" providerId="LiveId" clId="{8D77CC59-83D2-4C48-82B8-96050E88F101}" dt="2026-01-28T09:28:23.923" v="39" actId="1076"/>
          <ac:picMkLst>
            <pc:docMk/>
            <pc:sldMk cId="0" sldId="256"/>
            <ac:picMk id="3" creationId="{E830E332-3213-0904-C323-31894B67BB95}"/>
          </ac:picMkLst>
        </pc:picChg>
        <pc:picChg chg="mod">
          <ac:chgData name="Tristan Despont" userId="d1a7c66da9d715b7" providerId="LiveId" clId="{8D77CC59-83D2-4C48-82B8-96050E88F101}" dt="2026-01-28T13:12:13.058" v="2413" actId="692"/>
          <ac:picMkLst>
            <pc:docMk/>
            <pc:sldMk cId="0" sldId="256"/>
            <ac:picMk id="124" creationId="{00000000-0000-0000-0000-000000000000}"/>
          </ac:picMkLst>
        </pc:picChg>
      </pc:sldChg>
      <pc:sldChg chg="addSp delSp modSp mod">
        <pc:chgData name="Tristan Despont" userId="d1a7c66da9d715b7" providerId="LiveId" clId="{8D77CC59-83D2-4C48-82B8-96050E88F101}" dt="2026-01-28T13:36:25.984" v="2433" actId="14826"/>
        <pc:sldMkLst>
          <pc:docMk/>
          <pc:sldMk cId="0" sldId="257"/>
        </pc:sldMkLst>
        <pc:spChg chg="mod">
          <ac:chgData name="Tristan Despont" userId="d1a7c66da9d715b7" providerId="LiveId" clId="{8D77CC59-83D2-4C48-82B8-96050E88F101}" dt="2026-01-28T09:34:12.904" v="68" actId="403"/>
          <ac:spMkLst>
            <pc:docMk/>
            <pc:sldMk cId="0" sldId="257"/>
            <ac:spMk id="130" creationId="{00000000-0000-0000-0000-000000000000}"/>
          </ac:spMkLst>
        </pc:spChg>
        <pc:spChg chg="mod">
          <ac:chgData name="Tristan Despont" userId="d1a7c66da9d715b7" providerId="LiveId" clId="{8D77CC59-83D2-4C48-82B8-96050E88F101}" dt="2026-01-28T13:15:39.896" v="2414" actId="14100"/>
          <ac:spMkLst>
            <pc:docMk/>
            <pc:sldMk cId="0" sldId="257"/>
            <ac:spMk id="131" creationId="{00000000-0000-0000-0000-000000000000}"/>
          </ac:spMkLst>
        </pc:spChg>
        <pc:picChg chg="add mod">
          <ac:chgData name="Tristan Despont" userId="d1a7c66da9d715b7" providerId="LiveId" clId="{8D77CC59-83D2-4C48-82B8-96050E88F101}" dt="2026-01-28T13:36:25.984" v="2433" actId="14826"/>
          <ac:picMkLst>
            <pc:docMk/>
            <pc:sldMk cId="0" sldId="257"/>
            <ac:picMk id="5" creationId="{97DC50EA-F518-58A8-8997-90FE4CB1FD61}"/>
          </ac:picMkLst>
        </pc:picChg>
        <pc:picChg chg="add mod">
          <ac:chgData name="Tristan Despont" userId="d1a7c66da9d715b7" providerId="LiveId" clId="{8D77CC59-83D2-4C48-82B8-96050E88F101}" dt="2026-01-28T13:15:45.245" v="2415" actId="1076"/>
          <ac:picMkLst>
            <pc:docMk/>
            <pc:sldMk cId="0" sldId="257"/>
            <ac:picMk id="7" creationId="{D1D074E7-F162-88C5-65C3-6EDF3ABEE54B}"/>
          </ac:picMkLst>
        </pc:picChg>
      </pc:sldChg>
      <pc:sldChg chg="addSp delSp modSp mod">
        <pc:chgData name="Tristan Despont" userId="d1a7c66da9d715b7" providerId="LiveId" clId="{8D77CC59-83D2-4C48-82B8-96050E88F101}" dt="2026-01-28T14:34:32.602" v="2499" actId="1076"/>
        <pc:sldMkLst>
          <pc:docMk/>
          <pc:sldMk cId="0" sldId="258"/>
        </pc:sldMkLst>
        <pc:spChg chg="add mod">
          <ac:chgData name="Tristan Despont" userId="d1a7c66da9d715b7" providerId="LiveId" clId="{8D77CC59-83D2-4C48-82B8-96050E88F101}" dt="2026-01-28T14:34:28.173" v="2498" actId="1076"/>
          <ac:spMkLst>
            <pc:docMk/>
            <pc:sldMk cId="0" sldId="258"/>
            <ac:spMk id="10" creationId="{B3353F3D-CE43-640C-4D01-1E21460DF383}"/>
          </ac:spMkLst>
        </pc:spChg>
        <pc:spChg chg="mod">
          <ac:chgData name="Tristan Despont" userId="d1a7c66da9d715b7" providerId="LiveId" clId="{8D77CC59-83D2-4C48-82B8-96050E88F101}" dt="2026-01-28T09:34:09.972" v="67" actId="403"/>
          <ac:spMkLst>
            <pc:docMk/>
            <pc:sldMk cId="0" sldId="258"/>
            <ac:spMk id="137" creationId="{00000000-0000-0000-0000-000000000000}"/>
          </ac:spMkLst>
        </pc:spChg>
        <pc:spChg chg="mod">
          <ac:chgData name="Tristan Despont" userId="d1a7c66da9d715b7" providerId="LiveId" clId="{8D77CC59-83D2-4C48-82B8-96050E88F101}" dt="2026-01-28T14:33:16.215" v="2489"/>
          <ac:spMkLst>
            <pc:docMk/>
            <pc:sldMk cId="0" sldId="258"/>
            <ac:spMk id="138" creationId="{00000000-0000-0000-0000-000000000000}"/>
          </ac:spMkLst>
        </pc:spChg>
        <pc:picChg chg="add mod">
          <ac:chgData name="Tristan Despont" userId="d1a7c66da9d715b7" providerId="LiveId" clId="{8D77CC59-83D2-4C48-82B8-96050E88F101}" dt="2026-01-28T13:00:08.102" v="2243" actId="1076"/>
          <ac:picMkLst>
            <pc:docMk/>
            <pc:sldMk cId="0" sldId="258"/>
            <ac:picMk id="3" creationId="{4BDA3965-6126-8B48-AC9B-23C66D31847C}"/>
          </ac:picMkLst>
        </pc:picChg>
        <pc:picChg chg="add mod">
          <ac:chgData name="Tristan Despont" userId="d1a7c66da9d715b7" providerId="LiveId" clId="{8D77CC59-83D2-4C48-82B8-96050E88F101}" dt="2026-01-28T13:00:11.278" v="2244" actId="1076"/>
          <ac:picMkLst>
            <pc:docMk/>
            <pc:sldMk cId="0" sldId="258"/>
            <ac:picMk id="5" creationId="{16B2010F-B5FD-BE7A-BECB-7CEA6C5F8A97}"/>
          </ac:picMkLst>
        </pc:picChg>
        <pc:picChg chg="add mod">
          <ac:chgData name="Tristan Despont" userId="d1a7c66da9d715b7" providerId="LiveId" clId="{8D77CC59-83D2-4C48-82B8-96050E88F101}" dt="2026-01-28T13:00:17.747" v="2246" actId="1076"/>
          <ac:picMkLst>
            <pc:docMk/>
            <pc:sldMk cId="0" sldId="258"/>
            <ac:picMk id="7" creationId="{A7FE813A-B9AC-CD56-770B-C315633B7925}"/>
          </ac:picMkLst>
        </pc:picChg>
        <pc:picChg chg="add mod">
          <ac:chgData name="Tristan Despont" userId="d1a7c66da9d715b7" providerId="LiveId" clId="{8D77CC59-83D2-4C48-82B8-96050E88F101}" dt="2026-01-28T12:59:59.645" v="2242" actId="1076"/>
          <ac:picMkLst>
            <pc:docMk/>
            <pc:sldMk cId="0" sldId="258"/>
            <ac:picMk id="9" creationId="{56769275-E4C9-A9B9-53A8-B9ED5F7AF74A}"/>
          </ac:picMkLst>
        </pc:picChg>
        <pc:picChg chg="add mod">
          <ac:chgData name="Tristan Despont" userId="d1a7c66da9d715b7" providerId="LiveId" clId="{8D77CC59-83D2-4C48-82B8-96050E88F101}" dt="2026-01-28T14:34:32.602" v="2499" actId="1076"/>
          <ac:picMkLst>
            <pc:docMk/>
            <pc:sldMk cId="0" sldId="258"/>
            <ac:picMk id="12" creationId="{07F82226-46B1-BE4E-65A5-7D72ADF5DB94}"/>
          </ac:picMkLst>
        </pc:picChg>
      </pc:sldChg>
      <pc:sldChg chg="addSp modSp mod">
        <pc:chgData name="Tristan Despont" userId="d1a7c66da9d715b7" providerId="LiveId" clId="{8D77CC59-83D2-4C48-82B8-96050E88F101}" dt="2026-01-28T12:09:03.358" v="1132" actId="27636"/>
        <pc:sldMkLst>
          <pc:docMk/>
          <pc:sldMk cId="0" sldId="259"/>
        </pc:sldMkLst>
        <pc:spChg chg="mod">
          <ac:chgData name="Tristan Despont" userId="d1a7c66da9d715b7" providerId="LiveId" clId="{8D77CC59-83D2-4C48-82B8-96050E88F101}" dt="2026-01-28T09:33:22.727" v="56" actId="113"/>
          <ac:spMkLst>
            <pc:docMk/>
            <pc:sldMk cId="0" sldId="259"/>
            <ac:spMk id="145" creationId="{00000000-0000-0000-0000-000000000000}"/>
          </ac:spMkLst>
        </pc:spChg>
        <pc:spChg chg="mod">
          <ac:chgData name="Tristan Despont" userId="d1a7c66da9d715b7" providerId="LiveId" clId="{8D77CC59-83D2-4C48-82B8-96050E88F101}" dt="2026-01-28T12:09:03.358" v="1132" actId="27636"/>
          <ac:spMkLst>
            <pc:docMk/>
            <pc:sldMk cId="0" sldId="259"/>
            <ac:spMk id="146" creationId="{00000000-0000-0000-0000-000000000000}"/>
          </ac:spMkLst>
        </pc:spChg>
        <pc:picChg chg="add mod">
          <ac:chgData name="Tristan Despont" userId="d1a7c66da9d715b7" providerId="LiveId" clId="{8D77CC59-83D2-4C48-82B8-96050E88F101}" dt="2026-01-28T10:51:29.741" v="380" actId="1076"/>
          <ac:picMkLst>
            <pc:docMk/>
            <pc:sldMk cId="0" sldId="259"/>
            <ac:picMk id="4" creationId="{C5786A95-1DC2-F89A-7A41-793795682D96}"/>
          </ac:picMkLst>
        </pc:picChg>
        <pc:picChg chg="add mod">
          <ac:chgData name="Tristan Despont" userId="d1a7c66da9d715b7" providerId="LiveId" clId="{8D77CC59-83D2-4C48-82B8-96050E88F101}" dt="2026-01-28T11:52:25.943" v="942" actId="1076"/>
          <ac:picMkLst>
            <pc:docMk/>
            <pc:sldMk cId="0" sldId="259"/>
            <ac:picMk id="6" creationId="{85AC4EEC-0516-CACC-2FB1-6B4F4AFF312F}"/>
          </ac:picMkLst>
        </pc:picChg>
      </pc:sldChg>
      <pc:sldChg chg="addSp delSp modSp mod">
        <pc:chgData name="Tristan Despont" userId="d1a7c66da9d715b7" providerId="LiveId" clId="{8D77CC59-83D2-4C48-82B8-96050E88F101}" dt="2026-01-28T12:39:35.623" v="1639" actId="115"/>
        <pc:sldMkLst>
          <pc:docMk/>
          <pc:sldMk cId="0" sldId="271"/>
        </pc:sldMkLst>
        <pc:spChg chg="add mod">
          <ac:chgData name="Tristan Despont" userId="d1a7c66da9d715b7" providerId="LiveId" clId="{8D77CC59-83D2-4C48-82B8-96050E88F101}" dt="2026-01-28T12:39:35.623" v="1639" actId="115"/>
          <ac:spMkLst>
            <pc:docMk/>
            <pc:sldMk cId="0" sldId="271"/>
            <ac:spMk id="4" creationId="{48C497A6-B3A9-78E3-E555-6A1DBC2ACF2A}"/>
          </ac:spMkLst>
        </pc:spChg>
        <pc:spChg chg="mod">
          <ac:chgData name="Tristan Despont" userId="d1a7c66da9d715b7" providerId="LiveId" clId="{8D77CC59-83D2-4C48-82B8-96050E88F101}" dt="2026-01-28T12:34:43.072" v="1623" actId="403"/>
          <ac:spMkLst>
            <pc:docMk/>
            <pc:sldMk cId="0" sldId="271"/>
            <ac:spMk id="230" creationId="{00000000-0000-0000-0000-000000000000}"/>
          </ac:spMkLst>
        </pc:spChg>
        <pc:spChg chg="mod">
          <ac:chgData name="Tristan Despont" userId="d1a7c66da9d715b7" providerId="LiveId" clId="{8D77CC59-83D2-4C48-82B8-96050E88F101}" dt="2026-01-28T12:35:12.758" v="1628" actId="1076"/>
          <ac:spMkLst>
            <pc:docMk/>
            <pc:sldMk cId="0" sldId="271"/>
            <ac:spMk id="231" creationId="{00000000-0000-0000-0000-000000000000}"/>
          </ac:spMkLst>
        </pc:spChg>
        <pc:picChg chg="add mod">
          <ac:chgData name="Tristan Despont" userId="d1a7c66da9d715b7" providerId="LiveId" clId="{8D77CC59-83D2-4C48-82B8-96050E88F101}" dt="2026-01-28T12:33:18.868" v="1607" actId="14100"/>
          <ac:picMkLst>
            <pc:docMk/>
            <pc:sldMk cId="0" sldId="271"/>
            <ac:picMk id="3" creationId="{2286D411-D9E1-50C8-8FC0-82253BADDDAA}"/>
          </ac:picMkLst>
        </pc:picChg>
      </pc:sldChg>
      <pc:sldChg chg="addSp modSp mod">
        <pc:chgData name="Tristan Despont" userId="d1a7c66da9d715b7" providerId="LiveId" clId="{8D77CC59-83D2-4C48-82B8-96050E88F101}" dt="2026-01-28T11:52:45.348" v="950" actId="14100"/>
        <pc:sldMkLst>
          <pc:docMk/>
          <pc:sldMk cId="1395590317" sldId="272"/>
        </pc:sldMkLst>
        <pc:spChg chg="mod">
          <ac:chgData name="Tristan Despont" userId="d1a7c66da9d715b7" providerId="LiveId" clId="{8D77CC59-83D2-4C48-82B8-96050E88F101}" dt="2026-01-28T09:33:31.575" v="58" actId="113"/>
          <ac:spMkLst>
            <pc:docMk/>
            <pc:sldMk cId="1395590317" sldId="272"/>
            <ac:spMk id="145" creationId="{68E5A884-8FE2-E176-1DA1-512FDB24245E}"/>
          </ac:spMkLst>
        </pc:spChg>
        <pc:spChg chg="mod">
          <ac:chgData name="Tristan Despont" userId="d1a7c66da9d715b7" providerId="LiveId" clId="{8D77CC59-83D2-4C48-82B8-96050E88F101}" dt="2026-01-28T09:41:31.341" v="183" actId="113"/>
          <ac:spMkLst>
            <pc:docMk/>
            <pc:sldMk cId="1395590317" sldId="272"/>
            <ac:spMk id="146" creationId="{BA5E89B1-24E7-4B2F-EA4F-C8ED5B9AB2D7}"/>
          </ac:spMkLst>
        </pc:spChg>
        <pc:picChg chg="add mod">
          <ac:chgData name="Tristan Despont" userId="d1a7c66da9d715b7" providerId="LiveId" clId="{8D77CC59-83D2-4C48-82B8-96050E88F101}" dt="2026-01-28T11:52:45.348" v="950" actId="14100"/>
          <ac:picMkLst>
            <pc:docMk/>
            <pc:sldMk cId="1395590317" sldId="272"/>
            <ac:picMk id="4" creationId="{C07FA359-4D6A-85DC-6DBB-2F67A2EAAF14}"/>
          </ac:picMkLst>
        </pc:picChg>
      </pc:sldChg>
      <pc:sldChg chg="addSp modSp mod">
        <pc:chgData name="Tristan Despont" userId="d1a7c66da9d715b7" providerId="LiveId" clId="{8D77CC59-83D2-4C48-82B8-96050E88F101}" dt="2026-01-28T11:53:08.766" v="958" actId="14100"/>
        <pc:sldMkLst>
          <pc:docMk/>
          <pc:sldMk cId="1223175716" sldId="273"/>
        </pc:sldMkLst>
        <pc:spChg chg="mod">
          <ac:chgData name="Tristan Despont" userId="d1a7c66da9d715b7" providerId="LiveId" clId="{8D77CC59-83D2-4C48-82B8-96050E88F101}" dt="2026-01-28T09:33:38.057" v="60" actId="2711"/>
          <ac:spMkLst>
            <pc:docMk/>
            <pc:sldMk cId="1223175716" sldId="273"/>
            <ac:spMk id="145" creationId="{3A237405-1C39-1F8A-90D2-15F95C5F5144}"/>
          </ac:spMkLst>
        </pc:spChg>
        <pc:spChg chg="mod">
          <ac:chgData name="Tristan Despont" userId="d1a7c66da9d715b7" providerId="LiveId" clId="{8D77CC59-83D2-4C48-82B8-96050E88F101}" dt="2026-01-28T09:41:36.804" v="184" actId="113"/>
          <ac:spMkLst>
            <pc:docMk/>
            <pc:sldMk cId="1223175716" sldId="273"/>
            <ac:spMk id="146" creationId="{4A7AC4DA-EF81-6A05-1C16-B862DCB2FBA0}"/>
          </ac:spMkLst>
        </pc:spChg>
        <pc:picChg chg="add mod">
          <ac:chgData name="Tristan Despont" userId="d1a7c66da9d715b7" providerId="LiveId" clId="{8D77CC59-83D2-4C48-82B8-96050E88F101}" dt="2026-01-28T11:53:08.766" v="958" actId="14100"/>
          <ac:picMkLst>
            <pc:docMk/>
            <pc:sldMk cId="1223175716" sldId="273"/>
            <ac:picMk id="4" creationId="{8AD760C2-42AB-6AA2-ED5F-32E023B96110}"/>
          </ac:picMkLst>
        </pc:picChg>
      </pc:sldChg>
      <pc:sldChg chg="modSp mod">
        <pc:chgData name="Tristan Despont" userId="d1a7c66da9d715b7" providerId="LiveId" clId="{8D77CC59-83D2-4C48-82B8-96050E88F101}" dt="2026-01-28T09:33:46.733" v="62" actId="113"/>
        <pc:sldMkLst>
          <pc:docMk/>
          <pc:sldMk cId="3996303519" sldId="274"/>
        </pc:sldMkLst>
        <pc:spChg chg="mod">
          <ac:chgData name="Tristan Despont" userId="d1a7c66da9d715b7" providerId="LiveId" clId="{8D77CC59-83D2-4C48-82B8-96050E88F101}" dt="2026-01-28T09:33:46.733" v="62" actId="113"/>
          <ac:spMkLst>
            <pc:docMk/>
            <pc:sldMk cId="3996303519" sldId="274"/>
            <ac:spMk id="145" creationId="{4A974F1F-8607-5795-8D0F-CAF8DA6FE176}"/>
          </ac:spMkLst>
        </pc:spChg>
      </pc:sldChg>
      <pc:sldChg chg="modSp mod">
        <pc:chgData name="Tristan Despont" userId="d1a7c66da9d715b7" providerId="LiveId" clId="{8D77CC59-83D2-4C48-82B8-96050E88F101}" dt="2026-01-28T11:39:55.553" v="835" actId="20577"/>
        <pc:sldMkLst>
          <pc:docMk/>
          <pc:sldMk cId="1946449792" sldId="275"/>
        </pc:sldMkLst>
        <pc:spChg chg="mod">
          <ac:chgData name="Tristan Despont" userId="d1a7c66da9d715b7" providerId="LiveId" clId="{8D77CC59-83D2-4C48-82B8-96050E88F101}" dt="2026-01-28T09:34:25.246" v="70" actId="113"/>
          <ac:spMkLst>
            <pc:docMk/>
            <pc:sldMk cId="1946449792" sldId="275"/>
            <ac:spMk id="145" creationId="{72B329F5-0696-F412-FF6A-D8BE762B65AE}"/>
          </ac:spMkLst>
        </pc:spChg>
        <pc:spChg chg="mod">
          <ac:chgData name="Tristan Despont" userId="d1a7c66da9d715b7" providerId="LiveId" clId="{8D77CC59-83D2-4C48-82B8-96050E88F101}" dt="2026-01-28T11:39:55.553" v="835" actId="20577"/>
          <ac:spMkLst>
            <pc:docMk/>
            <pc:sldMk cId="1946449792" sldId="275"/>
            <ac:spMk id="146" creationId="{97C2A561-07BD-753C-A107-FB3F2460F044}"/>
          </ac:spMkLst>
        </pc:spChg>
      </pc:sldChg>
      <pc:sldChg chg="addSp modSp mod">
        <pc:chgData name="Tristan Despont" userId="d1a7c66da9d715b7" providerId="LiveId" clId="{8D77CC59-83D2-4C48-82B8-96050E88F101}" dt="2026-01-28T09:48:19.442" v="216" actId="1076"/>
        <pc:sldMkLst>
          <pc:docMk/>
          <pc:sldMk cId="4131123238" sldId="276"/>
        </pc:sldMkLst>
        <pc:spChg chg="mod">
          <ac:chgData name="Tristan Despont" userId="d1a7c66da9d715b7" providerId="LiveId" clId="{8D77CC59-83D2-4C48-82B8-96050E88F101}" dt="2026-01-28T09:48:04.225" v="214" actId="20577"/>
          <ac:spMkLst>
            <pc:docMk/>
            <pc:sldMk cId="4131123238" sldId="276"/>
            <ac:spMk id="5" creationId="{EBB2C793-B5CB-FEF6-5224-02357A7532B2}"/>
          </ac:spMkLst>
        </pc:spChg>
        <pc:spChg chg="mod">
          <ac:chgData name="Tristan Despont" userId="d1a7c66da9d715b7" providerId="LiveId" clId="{8D77CC59-83D2-4C48-82B8-96050E88F101}" dt="2026-01-28T09:34:30.347" v="72" actId="2711"/>
          <ac:spMkLst>
            <pc:docMk/>
            <pc:sldMk cId="4131123238" sldId="276"/>
            <ac:spMk id="145" creationId="{44BF3681-C43F-8E5A-8FB8-2D6904086A63}"/>
          </ac:spMkLst>
        </pc:spChg>
        <pc:picChg chg="add mod">
          <ac:chgData name="Tristan Despont" userId="d1a7c66da9d715b7" providerId="LiveId" clId="{8D77CC59-83D2-4C48-82B8-96050E88F101}" dt="2026-01-28T09:48:19.442" v="216" actId="1076"/>
          <ac:picMkLst>
            <pc:docMk/>
            <pc:sldMk cId="4131123238" sldId="276"/>
            <ac:picMk id="2" creationId="{72258D51-D611-3DCC-3DE8-783446F08814}"/>
          </ac:picMkLst>
        </pc:picChg>
      </pc:sldChg>
      <pc:sldChg chg="addSp modSp add mod">
        <pc:chgData name="Tristan Despont" userId="d1a7c66da9d715b7" providerId="LiveId" clId="{8D77CC59-83D2-4C48-82B8-96050E88F101}" dt="2026-02-02T22:21:59.711" v="2501" actId="20577"/>
        <pc:sldMkLst>
          <pc:docMk/>
          <pc:sldMk cId="3207368251" sldId="277"/>
        </pc:sldMkLst>
        <pc:spChg chg="mod">
          <ac:chgData name="Tristan Despont" userId="d1a7c66da9d715b7" providerId="LiveId" clId="{8D77CC59-83D2-4C48-82B8-96050E88F101}" dt="2026-02-02T22:21:59.711" v="2501" actId="20577"/>
          <ac:spMkLst>
            <pc:docMk/>
            <pc:sldMk cId="3207368251" sldId="277"/>
            <ac:spMk id="5" creationId="{F0D7175E-C4B7-22F5-E125-265990EC317F}"/>
          </ac:spMkLst>
        </pc:spChg>
        <pc:spChg chg="mod">
          <ac:chgData name="Tristan Despont" userId="d1a7c66da9d715b7" providerId="LiveId" clId="{8D77CC59-83D2-4C48-82B8-96050E88F101}" dt="2026-01-28T09:35:54.481" v="78"/>
          <ac:spMkLst>
            <pc:docMk/>
            <pc:sldMk cId="3207368251" sldId="277"/>
            <ac:spMk id="145" creationId="{F4DB2CCF-5BC5-C201-126D-EDFBD49657D1}"/>
          </ac:spMkLst>
        </pc:spChg>
        <pc:picChg chg="mod">
          <ac:chgData name="Tristan Despont" userId="d1a7c66da9d715b7" providerId="LiveId" clId="{8D77CC59-83D2-4C48-82B8-96050E88F101}" dt="2026-01-28T09:36:16.844" v="79" actId="14826"/>
          <ac:picMkLst>
            <pc:docMk/>
            <pc:sldMk cId="3207368251" sldId="277"/>
            <ac:picMk id="3" creationId="{675FFF7E-A45B-A5BF-012C-257556164CB6}"/>
          </ac:picMkLst>
        </pc:picChg>
        <pc:picChg chg="add mod">
          <ac:chgData name="Tristan Despont" userId="d1a7c66da9d715b7" providerId="LiveId" clId="{8D77CC59-83D2-4C48-82B8-96050E88F101}" dt="2026-01-28T09:47:41.561" v="211" actId="1076"/>
          <ac:picMkLst>
            <pc:docMk/>
            <pc:sldMk cId="3207368251" sldId="277"/>
            <ac:picMk id="4" creationId="{2C438FC0-6ECD-8D4D-A3E1-8010F044FBFA}"/>
          </ac:picMkLst>
        </pc:picChg>
      </pc:sldChg>
      <pc:sldChg chg="addSp delSp modSp add mod">
        <pc:chgData name="Tristan Despont" userId="d1a7c66da9d715b7" providerId="LiveId" clId="{8D77CC59-83D2-4C48-82B8-96050E88F101}" dt="2026-01-28T11:59:06.509" v="1043" actId="1076"/>
        <pc:sldMkLst>
          <pc:docMk/>
          <pc:sldMk cId="3807865903" sldId="278"/>
        </pc:sldMkLst>
        <pc:spChg chg="mod">
          <ac:chgData name="Tristan Despont" userId="d1a7c66da9d715b7" providerId="LiveId" clId="{8D77CC59-83D2-4C48-82B8-96050E88F101}" dt="2026-01-28T11:58:01.993" v="1033" actId="14100"/>
          <ac:spMkLst>
            <pc:docMk/>
            <pc:sldMk cId="3807865903" sldId="278"/>
            <ac:spMk id="5" creationId="{2B96E736-2159-9264-0124-A4FB42A7B581}"/>
          </ac:spMkLst>
        </pc:spChg>
        <pc:spChg chg="mod">
          <ac:chgData name="Tristan Despont" userId="d1a7c66da9d715b7" providerId="LiveId" clId="{8D77CC59-83D2-4C48-82B8-96050E88F101}" dt="2026-01-28T09:58:20.467" v="301" actId="20577"/>
          <ac:spMkLst>
            <pc:docMk/>
            <pc:sldMk cId="3807865903" sldId="278"/>
            <ac:spMk id="145" creationId="{592C50E5-6840-EA44-17DC-203CF4CADA21}"/>
          </ac:spMkLst>
        </pc:spChg>
        <pc:picChg chg="mod">
          <ac:chgData name="Tristan Despont" userId="d1a7c66da9d715b7" providerId="LiveId" clId="{8D77CC59-83D2-4C48-82B8-96050E88F101}" dt="2026-01-28T09:43:23.916" v="189" actId="14826"/>
          <ac:picMkLst>
            <pc:docMk/>
            <pc:sldMk cId="3807865903" sldId="278"/>
            <ac:picMk id="3" creationId="{5A6DD6BB-51E0-2747-61B9-291F0C2B1438}"/>
          </ac:picMkLst>
        </pc:picChg>
        <pc:picChg chg="add mod">
          <ac:chgData name="Tristan Despont" userId="d1a7c66da9d715b7" providerId="LiveId" clId="{8D77CC59-83D2-4C48-82B8-96050E88F101}" dt="2026-01-28T11:58:15.115" v="1034" actId="1076"/>
          <ac:picMkLst>
            <pc:docMk/>
            <pc:sldMk cId="3807865903" sldId="278"/>
            <ac:picMk id="7" creationId="{3224EB67-E374-390C-384E-86305940CFE0}"/>
          </ac:picMkLst>
        </pc:picChg>
        <pc:picChg chg="add mod">
          <ac:chgData name="Tristan Despont" userId="d1a7c66da9d715b7" providerId="LiveId" clId="{8D77CC59-83D2-4C48-82B8-96050E88F101}" dt="2026-01-28T11:59:06.509" v="1043" actId="1076"/>
          <ac:picMkLst>
            <pc:docMk/>
            <pc:sldMk cId="3807865903" sldId="278"/>
            <ac:picMk id="11" creationId="{E0778FB2-9B78-1D1B-8B42-BE436218D160}"/>
          </ac:picMkLst>
        </pc:picChg>
      </pc:sldChg>
      <pc:sldChg chg="addSp modSp add mod">
        <pc:chgData name="Tristan Despont" userId="d1a7c66da9d715b7" providerId="LiveId" clId="{8D77CC59-83D2-4C48-82B8-96050E88F101}" dt="2026-01-28T12:39:08.033" v="1638" actId="14826"/>
        <pc:sldMkLst>
          <pc:docMk/>
          <pc:sldMk cId="398481778" sldId="279"/>
        </pc:sldMkLst>
        <pc:spChg chg="mod">
          <ac:chgData name="Tristan Despont" userId="d1a7c66da9d715b7" providerId="LiveId" clId="{8D77CC59-83D2-4C48-82B8-96050E88F101}" dt="2026-01-28T10:15:07.496" v="326" actId="113"/>
          <ac:spMkLst>
            <pc:docMk/>
            <pc:sldMk cId="398481778" sldId="279"/>
            <ac:spMk id="5" creationId="{A2F80889-0408-AA74-209A-74FEEE52F069}"/>
          </ac:spMkLst>
        </pc:spChg>
        <pc:spChg chg="mod">
          <ac:chgData name="Tristan Despont" userId="d1a7c66da9d715b7" providerId="LiveId" clId="{8D77CC59-83D2-4C48-82B8-96050E88F101}" dt="2026-01-28T10:39:05.647" v="356" actId="2711"/>
          <ac:spMkLst>
            <pc:docMk/>
            <pc:sldMk cId="398481778" sldId="279"/>
            <ac:spMk id="145" creationId="{5BF034E6-41A7-6206-2B76-BE13AAC53F11}"/>
          </ac:spMkLst>
        </pc:spChg>
        <pc:picChg chg="mod">
          <ac:chgData name="Tristan Despont" userId="d1a7c66da9d715b7" providerId="LiveId" clId="{8D77CC59-83D2-4C48-82B8-96050E88F101}" dt="2026-01-28T09:58:31.636" v="304" actId="14826"/>
          <ac:picMkLst>
            <pc:docMk/>
            <pc:sldMk cId="398481778" sldId="279"/>
            <ac:picMk id="3" creationId="{E9756E8B-D65B-B8BF-8AD1-BFB1390E678C}"/>
          </ac:picMkLst>
        </pc:picChg>
        <pc:picChg chg="add mod">
          <ac:chgData name="Tristan Despont" userId="d1a7c66da9d715b7" providerId="LiveId" clId="{8D77CC59-83D2-4C48-82B8-96050E88F101}" dt="2026-01-28T12:39:08.033" v="1638" actId="14826"/>
          <ac:picMkLst>
            <pc:docMk/>
            <pc:sldMk cId="398481778" sldId="279"/>
            <ac:picMk id="4" creationId="{5CA92976-BE5A-B593-D79E-642E27525B13}"/>
          </ac:picMkLst>
        </pc:picChg>
      </pc:sldChg>
      <pc:sldChg chg="modSp add mod">
        <pc:chgData name="Tristan Despont" userId="d1a7c66da9d715b7" providerId="LiveId" clId="{8D77CC59-83D2-4C48-82B8-96050E88F101}" dt="2026-01-28T12:08:30.123" v="1128" actId="20577"/>
        <pc:sldMkLst>
          <pc:docMk/>
          <pc:sldMk cId="1043330834" sldId="280"/>
        </pc:sldMkLst>
        <pc:spChg chg="mod">
          <ac:chgData name="Tristan Despont" userId="d1a7c66da9d715b7" providerId="LiveId" clId="{8D77CC59-83D2-4C48-82B8-96050E88F101}" dt="2026-01-28T12:08:30.123" v="1128" actId="20577"/>
          <ac:spMkLst>
            <pc:docMk/>
            <pc:sldMk cId="1043330834" sldId="280"/>
            <ac:spMk id="5" creationId="{389560CB-D68A-787C-5783-176A72A22D26}"/>
          </ac:spMkLst>
        </pc:spChg>
        <pc:spChg chg="mod">
          <ac:chgData name="Tristan Despont" userId="d1a7c66da9d715b7" providerId="LiveId" clId="{8D77CC59-83D2-4C48-82B8-96050E88F101}" dt="2026-01-28T10:39:10.223" v="357" actId="2711"/>
          <ac:spMkLst>
            <pc:docMk/>
            <pc:sldMk cId="1043330834" sldId="280"/>
            <ac:spMk id="145" creationId="{FDC4726C-F3F6-A62E-961B-F6EC06C5EE50}"/>
          </ac:spMkLst>
        </pc:spChg>
        <pc:picChg chg="mod">
          <ac:chgData name="Tristan Despont" userId="d1a7c66da9d715b7" providerId="LiveId" clId="{8D77CC59-83D2-4C48-82B8-96050E88F101}" dt="2026-01-28T10:27:20.657" v="337" actId="14826"/>
          <ac:picMkLst>
            <pc:docMk/>
            <pc:sldMk cId="1043330834" sldId="280"/>
            <ac:picMk id="3" creationId="{F0985EC9-75ED-3171-CAEA-F0E695C2372C}"/>
          </ac:picMkLst>
        </pc:picChg>
        <pc:picChg chg="mod">
          <ac:chgData name="Tristan Despont" userId="d1a7c66da9d715b7" providerId="LiveId" clId="{8D77CC59-83D2-4C48-82B8-96050E88F101}" dt="2026-01-28T10:36:18.584" v="346" actId="1076"/>
          <ac:picMkLst>
            <pc:docMk/>
            <pc:sldMk cId="1043330834" sldId="280"/>
            <ac:picMk id="4" creationId="{DA1EB686-1FE5-2742-1230-1DFC39CB56BD}"/>
          </ac:picMkLst>
        </pc:picChg>
      </pc:sldChg>
      <pc:sldChg chg="addSp delSp modSp add mod">
        <pc:chgData name="Tristan Despont" userId="d1a7c66da9d715b7" providerId="LiveId" clId="{8D77CC59-83D2-4C48-82B8-96050E88F101}" dt="2026-01-28T12:09:28.547" v="1134" actId="404"/>
        <pc:sldMkLst>
          <pc:docMk/>
          <pc:sldMk cId="553375877" sldId="281"/>
        </pc:sldMkLst>
        <pc:spChg chg="add mod">
          <ac:chgData name="Tristan Despont" userId="d1a7c66da9d715b7" providerId="LiveId" clId="{8D77CC59-83D2-4C48-82B8-96050E88F101}" dt="2026-01-28T12:09:28.547" v="1134" actId="404"/>
          <ac:spMkLst>
            <pc:docMk/>
            <pc:sldMk cId="553375877" sldId="281"/>
            <ac:spMk id="8" creationId="{BE131C3F-2503-D2F8-4844-866A0053FF66}"/>
          </ac:spMkLst>
        </pc:spChg>
        <pc:spChg chg="add mod">
          <ac:chgData name="Tristan Despont" userId="d1a7c66da9d715b7" providerId="LiveId" clId="{8D77CC59-83D2-4C48-82B8-96050E88F101}" dt="2026-01-28T11:25:58.494" v="673" actId="1076"/>
          <ac:spMkLst>
            <pc:docMk/>
            <pc:sldMk cId="553375877" sldId="281"/>
            <ac:spMk id="9" creationId="{0D2D27ED-3162-1A69-9F95-7D7ACEA9CC97}"/>
          </ac:spMkLst>
        </pc:spChg>
        <pc:spChg chg="mod">
          <ac:chgData name="Tristan Despont" userId="d1a7c66da9d715b7" providerId="LiveId" clId="{8D77CC59-83D2-4C48-82B8-96050E88F101}" dt="2026-01-28T10:59:30.234" v="482" actId="20577"/>
          <ac:spMkLst>
            <pc:docMk/>
            <pc:sldMk cId="553375877" sldId="281"/>
            <ac:spMk id="145" creationId="{A064ACFC-256C-C3F8-29AB-56E6AEC15F2E}"/>
          </ac:spMkLst>
        </pc:spChg>
        <pc:picChg chg="add mod">
          <ac:chgData name="Tristan Despont" userId="d1a7c66da9d715b7" providerId="LiveId" clId="{8D77CC59-83D2-4C48-82B8-96050E88F101}" dt="2026-01-28T11:00:24.467" v="504" actId="1037"/>
          <ac:picMkLst>
            <pc:docMk/>
            <pc:sldMk cId="553375877" sldId="281"/>
            <ac:picMk id="2" creationId="{0FE70865-C45A-DC8B-2D48-5F5763DF0B39}"/>
          </ac:picMkLst>
        </pc:picChg>
        <pc:picChg chg="add mod">
          <ac:chgData name="Tristan Despont" userId="d1a7c66da9d715b7" providerId="LiveId" clId="{8D77CC59-83D2-4C48-82B8-96050E88F101}" dt="2026-01-28T11:26:14.654" v="679" actId="14861"/>
          <ac:picMkLst>
            <pc:docMk/>
            <pc:sldMk cId="553375877" sldId="281"/>
            <ac:picMk id="7" creationId="{3D60BECE-AD63-1712-2AA5-BB34582F14B8}"/>
          </ac:picMkLst>
        </pc:picChg>
      </pc:sldChg>
      <pc:sldChg chg="addSp delSp modSp add mod ord">
        <pc:chgData name="Tristan Despont" userId="d1a7c66da9d715b7" providerId="LiveId" clId="{8D77CC59-83D2-4C48-82B8-96050E88F101}" dt="2026-01-28T11:59:26.660" v="1046" actId="1076"/>
        <pc:sldMkLst>
          <pc:docMk/>
          <pc:sldMk cId="1767877521" sldId="282"/>
        </pc:sldMkLst>
        <pc:spChg chg="add mod">
          <ac:chgData name="Tristan Despont" userId="d1a7c66da9d715b7" providerId="LiveId" clId="{8D77CC59-83D2-4C48-82B8-96050E88F101}" dt="2026-01-28T10:56:00.694" v="407" actId="207"/>
          <ac:spMkLst>
            <pc:docMk/>
            <pc:sldMk cId="1767877521" sldId="282"/>
            <ac:spMk id="6" creationId="{EB59B856-7E8E-D6E5-6ED8-2C97FD4BA4C0}"/>
          </ac:spMkLst>
        </pc:spChg>
        <pc:spChg chg="mod">
          <ac:chgData name="Tristan Despont" userId="d1a7c66da9d715b7" providerId="LiveId" clId="{8D77CC59-83D2-4C48-82B8-96050E88F101}" dt="2026-01-28T10:59:01.054" v="478" actId="20577"/>
          <ac:spMkLst>
            <pc:docMk/>
            <pc:sldMk cId="1767877521" sldId="282"/>
            <ac:spMk id="145" creationId="{C540403C-35EB-07A2-7DDB-7402AD055C34}"/>
          </ac:spMkLst>
        </pc:spChg>
        <pc:picChg chg="mod">
          <ac:chgData name="Tristan Despont" userId="d1a7c66da9d715b7" providerId="LiveId" clId="{8D77CC59-83D2-4C48-82B8-96050E88F101}" dt="2026-01-28T10:49:44.529" v="370" actId="14826"/>
          <ac:picMkLst>
            <pc:docMk/>
            <pc:sldMk cId="1767877521" sldId="282"/>
            <ac:picMk id="3" creationId="{5A6C511A-5792-072B-F723-87416821E4CE}"/>
          </ac:picMkLst>
        </pc:picChg>
        <pc:picChg chg="add mod">
          <ac:chgData name="Tristan Despont" userId="d1a7c66da9d715b7" providerId="LiveId" clId="{8D77CC59-83D2-4C48-82B8-96050E88F101}" dt="2026-01-28T10:55:27.994" v="397" actId="1076"/>
          <ac:picMkLst>
            <pc:docMk/>
            <pc:sldMk cId="1767877521" sldId="282"/>
            <ac:picMk id="7" creationId="{A40DA6FA-0CA7-C1CF-F315-5005B36CECE4}"/>
          </ac:picMkLst>
        </pc:picChg>
        <pc:picChg chg="add mod">
          <ac:chgData name="Tristan Despont" userId="d1a7c66da9d715b7" providerId="LiveId" clId="{8D77CC59-83D2-4C48-82B8-96050E88F101}" dt="2026-01-28T11:00:15.354" v="503" actId="1035"/>
          <ac:picMkLst>
            <pc:docMk/>
            <pc:sldMk cId="1767877521" sldId="282"/>
            <ac:picMk id="9" creationId="{187681C7-78F5-1A0C-64DF-0204EA4D3D20}"/>
          </ac:picMkLst>
        </pc:picChg>
        <pc:picChg chg="add mod">
          <ac:chgData name="Tristan Despont" userId="d1a7c66da9d715b7" providerId="LiveId" clId="{8D77CC59-83D2-4C48-82B8-96050E88F101}" dt="2026-01-28T11:59:26.660" v="1046" actId="1076"/>
          <ac:picMkLst>
            <pc:docMk/>
            <pc:sldMk cId="1767877521" sldId="282"/>
            <ac:picMk id="11" creationId="{6989B46A-E25C-42FC-AA1F-D2AFF7CBC7C2}"/>
          </ac:picMkLst>
        </pc:picChg>
      </pc:sldChg>
      <pc:sldChg chg="addSp modSp add mod ord">
        <pc:chgData name="Tristan Despont" userId="d1a7c66da9d715b7" providerId="LiveId" clId="{8D77CC59-83D2-4C48-82B8-96050E88F101}" dt="2026-01-28T11:44:29.442" v="892" actId="20577"/>
        <pc:sldMkLst>
          <pc:docMk/>
          <pc:sldMk cId="3247424542" sldId="283"/>
        </pc:sldMkLst>
        <pc:spChg chg="mod">
          <ac:chgData name="Tristan Despont" userId="d1a7c66da9d715b7" providerId="LiveId" clId="{8D77CC59-83D2-4C48-82B8-96050E88F101}" dt="2026-01-28T11:36:41.352" v="772" actId="20577"/>
          <ac:spMkLst>
            <pc:docMk/>
            <pc:sldMk cId="3247424542" sldId="283"/>
            <ac:spMk id="145" creationId="{D192C065-20D7-BED7-53EE-52B64C5D2C07}"/>
          </ac:spMkLst>
        </pc:spChg>
        <pc:spChg chg="mod">
          <ac:chgData name="Tristan Despont" userId="d1a7c66da9d715b7" providerId="LiveId" clId="{8D77CC59-83D2-4C48-82B8-96050E88F101}" dt="2026-01-28T11:44:29.442" v="892" actId="20577"/>
          <ac:spMkLst>
            <pc:docMk/>
            <pc:sldMk cId="3247424542" sldId="283"/>
            <ac:spMk id="146" creationId="{9305D707-1A3B-900A-1708-BC71E83A3EBC}"/>
          </ac:spMkLst>
        </pc:spChg>
        <pc:picChg chg="add mod">
          <ac:chgData name="Tristan Despont" userId="d1a7c66da9d715b7" providerId="LiveId" clId="{8D77CC59-83D2-4C48-82B8-96050E88F101}" dt="2026-01-28T11:35:42.425" v="769" actId="1036"/>
          <ac:picMkLst>
            <pc:docMk/>
            <pc:sldMk cId="3247424542" sldId="283"/>
            <ac:picMk id="2" creationId="{B06B57C6-41EB-8556-634E-E8F9AF1A2AE5}"/>
          </ac:picMkLst>
        </pc:picChg>
        <pc:picChg chg="mod">
          <ac:chgData name="Tristan Despont" userId="d1a7c66da9d715b7" providerId="LiveId" clId="{8D77CC59-83D2-4C48-82B8-96050E88F101}" dt="2026-01-28T11:36:08.594" v="771" actId="14826"/>
          <ac:picMkLst>
            <pc:docMk/>
            <pc:sldMk cId="3247424542" sldId="283"/>
            <ac:picMk id="3" creationId="{D402DDA7-8899-2F2E-2AE3-89A984222B09}"/>
          </ac:picMkLst>
        </pc:picChg>
      </pc:sldChg>
      <pc:sldChg chg="addSp delSp modSp add mod ord">
        <pc:chgData name="Tristan Despont" userId="d1a7c66da9d715b7" providerId="LiveId" clId="{8D77CC59-83D2-4C48-82B8-96050E88F101}" dt="2026-01-28T12:10:26.791" v="1139" actId="20577"/>
        <pc:sldMkLst>
          <pc:docMk/>
          <pc:sldMk cId="1003111697" sldId="284"/>
        </pc:sldMkLst>
        <pc:spChg chg="mod">
          <ac:chgData name="Tristan Despont" userId="d1a7c66da9d715b7" providerId="LiveId" clId="{8D77CC59-83D2-4C48-82B8-96050E88F101}" dt="2026-01-28T11:48:29.187" v="927" actId="14100"/>
          <ac:spMkLst>
            <pc:docMk/>
            <pc:sldMk cId="1003111697" sldId="284"/>
            <ac:spMk id="6" creationId="{A54BC04F-CF31-42B9-5F96-A9EA92F4E98A}"/>
          </ac:spMkLst>
        </pc:spChg>
        <pc:spChg chg="mod">
          <ac:chgData name="Tristan Despont" userId="d1a7c66da9d715b7" providerId="LiveId" clId="{8D77CC59-83D2-4C48-82B8-96050E88F101}" dt="2026-01-28T12:10:26.791" v="1139" actId="20577"/>
          <ac:spMkLst>
            <pc:docMk/>
            <pc:sldMk cId="1003111697" sldId="284"/>
            <ac:spMk id="145" creationId="{23E84040-928E-0730-568F-602FE7892618}"/>
          </ac:spMkLst>
        </pc:spChg>
        <pc:picChg chg="mod">
          <ac:chgData name="Tristan Despont" userId="d1a7c66da9d715b7" providerId="LiveId" clId="{8D77CC59-83D2-4C48-82B8-96050E88F101}" dt="2026-01-28T11:43:10.501" v="862" actId="14826"/>
          <ac:picMkLst>
            <pc:docMk/>
            <pc:sldMk cId="1003111697" sldId="284"/>
            <ac:picMk id="3" creationId="{326EDB5D-D163-C858-86AE-510BD853B25D}"/>
          </ac:picMkLst>
        </pc:picChg>
        <pc:picChg chg="add mod">
          <ac:chgData name="Tristan Despont" userId="d1a7c66da9d715b7" providerId="LiveId" clId="{8D77CC59-83D2-4C48-82B8-96050E88F101}" dt="2026-01-28T11:48:24.186" v="926" actId="1076"/>
          <ac:picMkLst>
            <pc:docMk/>
            <pc:sldMk cId="1003111697" sldId="284"/>
            <ac:picMk id="4" creationId="{3FF2F89E-BFD8-F0F8-BF31-77E6F57E69FA}"/>
          </ac:picMkLst>
        </pc:picChg>
      </pc:sldChg>
      <pc:sldChg chg="modSp add mod">
        <pc:chgData name="Tristan Despont" userId="d1a7c66da9d715b7" providerId="LiveId" clId="{8D77CC59-83D2-4C48-82B8-96050E88F101}" dt="2026-01-28T12:10:29.967" v="1141" actId="20577"/>
        <pc:sldMkLst>
          <pc:docMk/>
          <pc:sldMk cId="2009254531" sldId="285"/>
        </pc:sldMkLst>
        <pc:spChg chg="mod">
          <ac:chgData name="Tristan Despont" userId="d1a7c66da9d715b7" providerId="LiveId" clId="{8D77CC59-83D2-4C48-82B8-96050E88F101}" dt="2026-01-28T12:09:53.634" v="1137" actId="14100"/>
          <ac:spMkLst>
            <pc:docMk/>
            <pc:sldMk cId="2009254531" sldId="285"/>
            <ac:spMk id="6" creationId="{38D2FEF4-C95C-2867-E6A9-BD98E7E19158}"/>
          </ac:spMkLst>
        </pc:spChg>
        <pc:spChg chg="mod">
          <ac:chgData name="Tristan Despont" userId="d1a7c66da9d715b7" providerId="LiveId" clId="{8D77CC59-83D2-4C48-82B8-96050E88F101}" dt="2026-01-28T12:10:29.967" v="1141" actId="20577"/>
          <ac:spMkLst>
            <pc:docMk/>
            <pc:sldMk cId="2009254531" sldId="285"/>
            <ac:spMk id="145" creationId="{2EB2174B-D680-09F7-AE93-01A05704267B}"/>
          </ac:spMkLst>
        </pc:spChg>
        <pc:picChg chg="mod">
          <ac:chgData name="Tristan Despont" userId="d1a7c66da9d715b7" providerId="LiveId" clId="{8D77CC59-83D2-4C48-82B8-96050E88F101}" dt="2026-01-28T11:48:51.042" v="929" actId="14826"/>
          <ac:picMkLst>
            <pc:docMk/>
            <pc:sldMk cId="2009254531" sldId="285"/>
            <ac:picMk id="3" creationId="{D61138E0-7932-7C47-2255-BE77928E1901}"/>
          </ac:picMkLst>
        </pc:picChg>
        <pc:picChg chg="mod">
          <ac:chgData name="Tristan Despont" userId="d1a7c66da9d715b7" providerId="LiveId" clId="{8D77CC59-83D2-4C48-82B8-96050E88F101}" dt="2026-01-28T12:00:51.289" v="1089" actId="14826"/>
          <ac:picMkLst>
            <pc:docMk/>
            <pc:sldMk cId="2009254531" sldId="285"/>
            <ac:picMk id="4" creationId="{910EC572-CE42-BE4A-18DE-8D1DF237FF9F}"/>
          </ac:picMkLst>
        </pc:picChg>
      </pc:sldChg>
      <pc:sldChg chg="addSp modSp add mod ord">
        <pc:chgData name="Tristan Despont" userId="d1a7c66da9d715b7" providerId="LiveId" clId="{8D77CC59-83D2-4C48-82B8-96050E88F101}" dt="2026-01-28T12:37:05.332" v="1637" actId="14100"/>
        <pc:sldMkLst>
          <pc:docMk/>
          <pc:sldMk cId="3041559285" sldId="286"/>
        </pc:sldMkLst>
        <pc:spChg chg="mod">
          <ac:chgData name="Tristan Despont" userId="d1a7c66da9d715b7" providerId="LiveId" clId="{8D77CC59-83D2-4C48-82B8-96050E88F101}" dt="2026-01-28T12:10:38.349" v="1146" actId="20577"/>
          <ac:spMkLst>
            <pc:docMk/>
            <pc:sldMk cId="3041559285" sldId="286"/>
            <ac:spMk id="145" creationId="{60897298-CF10-2CB6-2C9B-9B0C7C7ABF4B}"/>
          </ac:spMkLst>
        </pc:spChg>
        <pc:spChg chg="mod">
          <ac:chgData name="Tristan Despont" userId="d1a7c66da9d715b7" providerId="LiveId" clId="{8D77CC59-83D2-4C48-82B8-96050E88F101}" dt="2026-01-28T12:37:05.332" v="1637" actId="14100"/>
          <ac:spMkLst>
            <pc:docMk/>
            <pc:sldMk cId="3041559285" sldId="286"/>
            <ac:spMk id="146" creationId="{3184707F-F167-1875-81F2-9AC3290D6B35}"/>
          </ac:spMkLst>
        </pc:spChg>
        <pc:picChg chg="mod">
          <ac:chgData name="Tristan Despont" userId="d1a7c66da9d715b7" providerId="LiveId" clId="{8D77CC59-83D2-4C48-82B8-96050E88F101}" dt="2026-01-28T12:11:05.467" v="1147" actId="14826"/>
          <ac:picMkLst>
            <pc:docMk/>
            <pc:sldMk cId="3041559285" sldId="286"/>
            <ac:picMk id="3" creationId="{95917C60-3835-F5C0-BC25-368E5C8376B2}"/>
          </ac:picMkLst>
        </pc:picChg>
        <pc:picChg chg="add mod">
          <ac:chgData name="Tristan Despont" userId="d1a7c66da9d715b7" providerId="LiveId" clId="{8D77CC59-83D2-4C48-82B8-96050E88F101}" dt="2026-01-28T12:19:53.567" v="1306" actId="1076"/>
          <ac:picMkLst>
            <pc:docMk/>
            <pc:sldMk cId="3041559285" sldId="286"/>
            <ac:picMk id="5" creationId="{D4027253-09ED-B06B-9A5C-5EF084B0292B}"/>
          </ac:picMkLst>
        </pc:picChg>
        <pc:picChg chg="add mod">
          <ac:chgData name="Tristan Despont" userId="d1a7c66da9d715b7" providerId="LiveId" clId="{8D77CC59-83D2-4C48-82B8-96050E88F101}" dt="2026-01-28T12:19:43.730" v="1305" actId="1076"/>
          <ac:picMkLst>
            <pc:docMk/>
            <pc:sldMk cId="3041559285" sldId="286"/>
            <ac:picMk id="7" creationId="{F5208BED-9808-5809-DC5B-43ED8593B7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CA512CFD-3B83-B107-A78D-4D7DD340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09BD3C94-F14E-46BA-4657-28F34AEE0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4BF0DB3E-EE23-9B52-18C1-52C2411F4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29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6D426738-D4BE-8639-73EE-A59F5E75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F82BB95F-EB9B-90BB-1B6F-C4599E0A47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D16E38A4-FA26-0C29-4CCF-7C74A30C1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7932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86ADFA44-3BD8-1AA6-5F18-ABC2BB3E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8E8FD06B-7A02-A276-5D62-193D2F1158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92E5827C-1193-D72A-C22E-569FB583D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0568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CD5CCDF-D30C-9896-1AA8-5E498FA04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A9259566-BBB6-811D-42C4-F4F474619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CFB6C070-B3ED-0DAF-BC7C-FF5D59BEB4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8169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B3E324A-0DED-E155-D630-8ADF782F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980A3486-F0CA-A437-0219-C3419F0DF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F3924664-47CF-E6DA-F466-420D2D562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3037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1B1648F1-9DAD-D386-0813-99C223A23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A8AD0F3F-4774-7891-D997-CBC82FCD8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1B9EAE46-38D7-242C-AE1B-35D580D6B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6106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EE0B2C61-F3D6-74A2-4BEA-7F95F21C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20469985-DD67-DE37-83E7-200054076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A8E73FB7-403C-A3E5-1A6C-7363CDD5C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3394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34A812D0-2C9F-92AF-DB6A-5B9B15F2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F3A0EBC7-38B6-02EC-4FA1-885933B829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4EBB9F23-E94F-ED33-7ED2-4F07B3D1BA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0519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ACB1FC20-87ED-D3B8-8E27-31CFBBB3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6E425430-24A4-888B-4324-6CCC61C66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64BE188C-4B87-F79D-2A0F-8D4D8B6AD9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8561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F6C57D27-59DC-204D-D10D-8B2343D5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50D5EA4E-15D8-A378-0634-96BBF8810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6438FDB4-375B-6AE9-7DBD-5556376D6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443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18CBFA40-71B6-1F87-D9D9-4F2D8449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3745279D-FE32-1960-FAE4-9F348D6FC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3D8C7114-CB69-BBC4-D847-D4386051F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3472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8D7E1F22-6DCE-0F7C-7731-1BB638490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77E86A19-DF56-F0A1-4040-DAD813358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3D3F9783-C67F-D15D-7029-B3E639112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632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F2D33DD2-C21C-95DC-C3A3-9264D637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34AF0483-A899-0239-334C-A7253D8DA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E0B3A391-7871-70C2-F1D4-240AFA281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6869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BE7F537E-DFF5-5D00-73D4-A244304C9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7301DAFA-B4CC-F0B7-F02B-430FCB020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8FC8080D-5946-5575-4E72-85C8594A9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1730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61FDB136-2301-9D0D-81AC-D9A76D0BE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8666CC88-7642-C47E-7CB7-900887B2F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6B6CC0FD-8ACE-925D-46A4-6ECBEED76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8104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1564640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01288" y="200247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1690115"/>
            <a:ext cx="10554574" cy="416868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269384" y="2493813"/>
            <a:ext cx="4042493" cy="1107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>
                <a:latin typeface="Lato Semibold" panose="020F0502020204030203" pitchFamily="34" charset="0"/>
                <a:cs typeface="Lato Semibold" panose="020F0502020204030203" pitchFamily="34" charset="0"/>
              </a:rPr>
              <a:t>Tristan DESPONT</a:t>
            </a:r>
            <a:endParaRPr sz="2800">
              <a:latin typeface="Lato Semibold" panose="020F0502020204030203" pitchFamily="34" charset="0"/>
              <a:cs typeface="Lato Semibold" panose="020F0502020204030203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>
                <a:latin typeface="Lato Semibold" panose="020F0502020204030203" pitchFamily="34" charset="0"/>
                <a:cs typeface="Lato Semibold" panose="020F0502020204030203" pitchFamily="34" charset="0"/>
              </a:rPr>
              <a:t>FAO</a:t>
            </a:r>
            <a:endParaRPr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680225" y="122751"/>
            <a:ext cx="6388101" cy="292103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800">
                <a:latin typeface="Lato" panose="020F0502020204030203" pitchFamily="34" charset="0"/>
                <a:cs typeface="Lato" panose="020F0502020204030203" pitchFamily="34" charset="0"/>
              </a:rPr>
              <a:t>Étude sur l’alimentation dans le monde</a:t>
            </a:r>
            <a:endParaRPr sz="6000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24" name="Google Shape;124;p1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680225" y="3043782"/>
            <a:ext cx="6388101" cy="3691467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</p:pic>
      <p:pic>
        <p:nvPicPr>
          <p:cNvPr id="3" name="Image 2" descr="Une image contenant texte, Police, logo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830E332-3213-0904-C323-31894B67B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84" y="4445615"/>
            <a:ext cx="4042493" cy="887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5137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Contexte et spécification des données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18712" y="2047285"/>
            <a:ext cx="10554574" cy="442634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 indent="0" algn="ctr">
              <a:buNone/>
            </a:pPr>
            <a:r>
              <a:rPr lang="fr-FR" sz="3600">
                <a:solidFill>
                  <a:srgbClr val="00C0B5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La faim est toujours un enjeu mondial majeur</a:t>
            </a:r>
          </a:p>
          <a:p>
            <a:pPr marL="114300" indent="0" algn="ctr">
              <a:buNone/>
            </a:pPr>
            <a:endParaRPr lang="fr-FR">
              <a:latin typeface="Lato" panose="020F0502020204030203" pitchFamily="34" charset="0"/>
              <a:cs typeface="Lato" panose="020F0502020204030203" pitchFamily="34" charset="0"/>
            </a:endParaRPr>
          </a:p>
          <a:p>
            <a:pPr marL="114300" indent="0">
              <a:buNone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		Objectifs :</a:t>
            </a:r>
          </a:p>
          <a:p>
            <a:pPr marL="114300" indent="0">
              <a:buNone/>
            </a:pPr>
            <a:endParaRPr lang="fr-FR" sz="1600">
              <a:latin typeface="Lato Light" panose="020F0502020204030203" pitchFamily="34" charset="0"/>
              <a:cs typeface="Lato Light" panose="020F0502020204030203" pitchFamily="34" charset="0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Analyser la disponibilité alimentaire mondiale et sa répartition.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Identifier les déséquilibres entre production, consommation et sous-nutrition.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Mettre en évidence les limites structurelles du système alimentaire mondial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7DC50EA-F518-58A8-8997-90FE4CB1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0791" y="1576598"/>
            <a:ext cx="1150418" cy="1150418"/>
          </a:xfrm>
          <a:prstGeom prst="rect">
            <a:avLst/>
          </a:prstGeom>
        </p:spPr>
      </p:pic>
      <p:pic>
        <p:nvPicPr>
          <p:cNvPr id="7" name="Image 6" descr="Une image contenant cercle, Caractère coloré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D1D074E7-F162-88C5-65C3-6EDF3ABEE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21" y="4260456"/>
            <a:ext cx="1400936" cy="14009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327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Méthodologie de l’analyse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1650775" y="1727199"/>
            <a:ext cx="9722511" cy="470408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numCol="1" anchor="ctr" anchorCtr="0">
            <a:normAutofit/>
          </a:bodyPr>
          <a:lstStyle/>
          <a:p>
            <a:pPr marL="571500" lvl="0" indent="-457200" rtl="0">
              <a:spcBef>
                <a:spcPts val="0"/>
              </a:spcBef>
              <a:spcAft>
                <a:spcPts val="0"/>
              </a:spcAft>
              <a:buSzPct val="90000"/>
              <a:buFont typeface="+mj-lt"/>
              <a:buAutoNum type="arabicPeriod"/>
            </a:pPr>
            <a:r>
              <a:rPr lang="fr-FR" sz="2400">
                <a:latin typeface="Lato Light" panose="020F0502020204030203" pitchFamily="34" charset="0"/>
                <a:cs typeface="Lato Light" panose="020F0502020204030203" pitchFamily="34" charset="0"/>
              </a:rPr>
              <a:t>Exploration &amp; Cadrage 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Cadrage métier : Appropriation du cahier des charges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Exploration : Ciblage des indicateurs et variables clés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fr-FR" sz="1200">
              <a:latin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lvl="0" indent="-457200" rtl="0">
              <a:spcBef>
                <a:spcPts val="0"/>
              </a:spcBef>
              <a:spcAft>
                <a:spcPts val="0"/>
              </a:spcAft>
              <a:buSzPct val="90000"/>
              <a:buFont typeface="+mj-lt"/>
              <a:buAutoNum type="arabicPeriod"/>
            </a:pPr>
            <a:r>
              <a:rPr lang="fr-FR" sz="2400">
                <a:latin typeface="Lato Light" panose="020F0502020204030203" pitchFamily="34" charset="0"/>
                <a:cs typeface="Lato Light" panose="020F0502020204030203" pitchFamily="34" charset="0"/>
              </a:rPr>
              <a:t>Nettoyage du dataset 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Fiabilisation : Correction des valeurs nulles et aberrantes.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Harmonisation : Standardisation des unités de mesure.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fr-FR" sz="1200">
              <a:latin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lvl="0" indent="-457200" rtl="0">
              <a:spcBef>
                <a:spcPts val="0"/>
              </a:spcBef>
              <a:spcAft>
                <a:spcPts val="0"/>
              </a:spcAft>
              <a:buSzPct val="90000"/>
              <a:buFont typeface="+mj-lt"/>
              <a:buAutoNum type="arabicPeriod"/>
            </a:pPr>
            <a:r>
              <a:rPr lang="fr-FR" sz="2400">
                <a:latin typeface="Lato Light" panose="020F0502020204030203" pitchFamily="34" charset="0"/>
                <a:cs typeface="Lato Light" panose="020F0502020204030203" pitchFamily="34" charset="0"/>
              </a:rPr>
              <a:t>Analyse thématique 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Créations d’indicateurs et d’insight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fr-FR" sz="1100">
              <a:latin typeface="Lato Light" panose="020F0502020204030203" pitchFamily="34" charset="0"/>
              <a:cs typeface="Lato Light" panose="020F0502020204030203" pitchFamily="34" charset="0"/>
            </a:endParaRPr>
          </a:p>
          <a:p>
            <a:pPr marL="571500" lvl="0" indent="-457200" rtl="0">
              <a:spcBef>
                <a:spcPts val="0"/>
              </a:spcBef>
              <a:spcAft>
                <a:spcPts val="0"/>
              </a:spcAft>
              <a:buSzPct val="90000"/>
              <a:buFont typeface="+mj-lt"/>
              <a:buAutoNum type="arabicPeriod"/>
            </a:pPr>
            <a:r>
              <a:rPr lang="fr-FR" sz="2400">
                <a:latin typeface="Lato Light" panose="020F0502020204030203" pitchFamily="34" charset="0"/>
                <a:cs typeface="Lato Light" panose="020F0502020204030203" pitchFamily="34" charset="0"/>
              </a:rPr>
              <a:t>Synthèse visuelle 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Visualisation : Transformation des tableaux en messages visuels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502020204030203" pitchFamily="34" charset="0"/>
                <a:cs typeface="Lato Light" panose="020F0502020204030203" pitchFamily="34" charset="0"/>
              </a:rPr>
              <a:t>Focus : Un graphique = un insight majeur</a:t>
            </a:r>
          </a:p>
        </p:txBody>
      </p:sp>
      <p:pic>
        <p:nvPicPr>
          <p:cNvPr id="3" name="Image 2" descr="Une image contenant capture d’écran, Caractère coloré, Rectangle, art&#10;&#10;Le contenu généré par l’IA peut être incorrect.">
            <a:extLst>
              <a:ext uri="{FF2B5EF4-FFF2-40B4-BE49-F238E27FC236}">
                <a16:creationId xmlns:a16="http://schemas.microsoft.com/office/drawing/2014/main" id="{4BDA3965-6126-8B48-AC9B-23C66D318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18714" y="5371632"/>
            <a:ext cx="663098" cy="663098"/>
          </a:xfrm>
          <a:prstGeom prst="rect">
            <a:avLst/>
          </a:prstGeom>
        </p:spPr>
      </p:pic>
      <p:pic>
        <p:nvPicPr>
          <p:cNvPr id="5" name="Image 4" descr="Une image contenant clipart, Graphique, dessin humoristique, illustration&#10;&#10;Le contenu généré par l’IA peut être incorrect.">
            <a:extLst>
              <a:ext uri="{FF2B5EF4-FFF2-40B4-BE49-F238E27FC236}">
                <a16:creationId xmlns:a16="http://schemas.microsoft.com/office/drawing/2014/main" id="{16B2010F-B5FD-BE7A-BECB-7CEA6C5F8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14" y="3376242"/>
            <a:ext cx="663098" cy="663098"/>
          </a:xfrm>
          <a:prstGeom prst="rect">
            <a:avLst/>
          </a:prstGeom>
        </p:spPr>
      </p:pic>
      <p:pic>
        <p:nvPicPr>
          <p:cNvPr id="7" name="Image 6" descr="Une image contenant Caractère coloré, cercle, Graphique, art&#10;&#10;Le contenu généré par l’IA peut être incorrect.">
            <a:extLst>
              <a:ext uri="{FF2B5EF4-FFF2-40B4-BE49-F238E27FC236}">
                <a16:creationId xmlns:a16="http://schemas.microsoft.com/office/drawing/2014/main" id="{A7FE813A-B9AC-CD56-770B-C315633B7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16" y="2269047"/>
            <a:ext cx="663098" cy="663098"/>
          </a:xfrm>
          <a:prstGeom prst="rect">
            <a:avLst/>
          </a:prstGeom>
        </p:spPr>
      </p:pic>
      <p:pic>
        <p:nvPicPr>
          <p:cNvPr id="9" name="Image 8" descr="Une image contenant cercle, symbole, clipart, Graphique&#10;&#10;Le contenu généré par l’IA peut être incorrect.">
            <a:extLst>
              <a:ext uri="{FF2B5EF4-FFF2-40B4-BE49-F238E27FC236}">
                <a16:creationId xmlns:a16="http://schemas.microsoft.com/office/drawing/2014/main" id="{56769275-E4C9-A9B9-53A8-B9ED5F7AF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714" y="4483437"/>
            <a:ext cx="663098" cy="66309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3353F3D-CE43-640C-4D01-1E21460DF383}"/>
              </a:ext>
            </a:extLst>
          </p:cNvPr>
          <p:cNvSpPr txBox="1"/>
          <p:nvPr/>
        </p:nvSpPr>
        <p:spPr>
          <a:xfrm>
            <a:off x="8593667" y="6277391"/>
            <a:ext cx="277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bg1"/>
                </a:solidFill>
                <a:latin typeface="Lato Light" panose="020F0502020204030203" pitchFamily="34" charset="0"/>
                <a:cs typeface="Lato Light" panose="020F0502020204030203" pitchFamily="34" charset="0"/>
              </a:rPr>
              <a:t>Note : Le RGPD ne s’applique pas</a:t>
            </a:r>
          </a:p>
        </p:txBody>
      </p:sp>
      <p:pic>
        <p:nvPicPr>
          <p:cNvPr id="12" name="Image 11" descr="Une image contenant logo, symbole, Police, Graphique&#10;&#10;Le contenu généré par l’IA peut être incorrect.">
            <a:extLst>
              <a:ext uri="{FF2B5EF4-FFF2-40B4-BE49-F238E27FC236}">
                <a16:creationId xmlns:a16="http://schemas.microsoft.com/office/drawing/2014/main" id="{07F82226-46B1-BE4E-65A5-7D72ADF5DB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7224" y="6148057"/>
            <a:ext cx="566443" cy="5664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1. Proportion de personnes en état de sous-nutrition en 2017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359832" y="4608144"/>
            <a:ext cx="11472334" cy="19583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000" dirty="0">
                <a:latin typeface="Lato Light" panose="020F0302020204030203" pitchFamily="34" charset="0"/>
              </a:rPr>
              <a:t>Population mondiale : 7.5 Milliards de personnes.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000" dirty="0">
                <a:latin typeface="Lato Light" panose="020F0302020204030203" pitchFamily="34" charset="0"/>
              </a:rPr>
              <a:t>Population mondiale en </a:t>
            </a:r>
            <a:r>
              <a:rPr lang="fr-FR" sz="2000" u="sng" dirty="0">
                <a:latin typeface="Lato Light" panose="020F0302020204030203" pitchFamily="34" charset="0"/>
              </a:rPr>
              <a:t>sous nutrition</a:t>
            </a:r>
            <a:r>
              <a:rPr lang="fr-FR" sz="2000" dirty="0">
                <a:latin typeface="Lato Light" panose="020F0302020204030203" pitchFamily="34" charset="0"/>
              </a:rPr>
              <a:t> :        </a:t>
            </a:r>
            <a:r>
              <a:rPr lang="fr-FR" sz="2000" dirty="0">
                <a:solidFill>
                  <a:srgbClr val="00C0B5"/>
                </a:solidFill>
                <a:latin typeface="Lato" panose="020F0502020204030203" pitchFamily="34" charset="0"/>
                <a:cs typeface="Lato" panose="020F0502020204030203" pitchFamily="34" charset="0"/>
              </a:rPr>
              <a:t>536 Millions </a:t>
            </a: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</a:rPr>
              <a:t>de</a:t>
            </a:r>
            <a:r>
              <a:rPr lang="fr-FR" sz="2000" dirty="0">
                <a:solidFill>
                  <a:srgbClr val="00C0B5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</a:rPr>
              <a:t>personnes</a:t>
            </a:r>
            <a:r>
              <a:rPr lang="fr-FR" sz="2000" dirty="0">
                <a:latin typeface="Lato Light" panose="020F0302020204030203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fr-FR" sz="2000" dirty="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000" dirty="0">
                <a:latin typeface="Lato Light" panose="020F0302020204030203" pitchFamily="34" charset="0"/>
              </a:rPr>
              <a:t>En 2017, </a:t>
            </a:r>
            <a:r>
              <a:rPr lang="fr-FR" sz="2000" dirty="0">
                <a:solidFill>
                  <a:srgbClr val="00C0B5"/>
                </a:solidFill>
                <a:latin typeface="Lato Light" panose="020F0302020204030203" pitchFamily="34" charset="0"/>
              </a:rPr>
              <a:t>7.10% </a:t>
            </a:r>
            <a:r>
              <a:rPr lang="fr-FR" sz="2000" dirty="0">
                <a:latin typeface="Lato Light" panose="020F0302020204030203" pitchFamily="34" charset="0"/>
              </a:rPr>
              <a:t>de la population mondiale était en sous-nutrition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fr-FR" dirty="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1400" i="1" dirty="0">
                <a:latin typeface="Lato Light" panose="020F0302020204030203" pitchFamily="34" charset="0"/>
              </a:rPr>
              <a:t>Note : La FAO a parfois des accords de confidentialité ou des méthodes de calcul différentes pour certains pays majeurs dans leurs exports publics.</a:t>
            </a:r>
            <a:endParaRPr sz="1400" i="1" dirty="0">
              <a:latin typeface="Lato Light" panose="020F0302020204030203" pitchFamily="34" charset="0"/>
            </a:endParaRPr>
          </a:p>
        </p:txBody>
      </p:sp>
      <p:pic>
        <p:nvPicPr>
          <p:cNvPr id="3" name="Image 2" descr="Une image contenant texte, capture d’écran, Police">
            <a:extLst>
              <a:ext uri="{FF2B5EF4-FFF2-40B4-BE49-F238E27FC236}">
                <a16:creationId xmlns:a16="http://schemas.microsoft.com/office/drawing/2014/main" id="{D14B3613-7951-6757-4F65-4831480C0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41" y="1736954"/>
            <a:ext cx="10478717" cy="2774086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4" name="Image 3" descr="Une image contenant jaune&#10;&#10;Le contenu généré par l’IA peut être incorrect.">
            <a:extLst>
              <a:ext uri="{FF2B5EF4-FFF2-40B4-BE49-F238E27FC236}">
                <a16:creationId xmlns:a16="http://schemas.microsoft.com/office/drawing/2014/main" id="{C5786A95-1DC2-F89A-7A41-793795682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754" y="5066966"/>
            <a:ext cx="277169" cy="277169"/>
          </a:xfrm>
          <a:prstGeom prst="rect">
            <a:avLst/>
          </a:prstGeom>
        </p:spPr>
      </p:pic>
      <p:pic>
        <p:nvPicPr>
          <p:cNvPr id="6" name="Image 5" descr="Une image contenant clipart, dessin humoristique, Dessin animé, émoticône&#10;&#10;Le contenu généré par l’IA peut être incorrect.">
            <a:extLst>
              <a:ext uri="{FF2B5EF4-FFF2-40B4-BE49-F238E27FC236}">
                <a16:creationId xmlns:a16="http://schemas.microsoft.com/office/drawing/2014/main" id="{85AC4EEC-0516-CACC-2FB1-6B4F4AFF3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41" y="4680031"/>
            <a:ext cx="1328209" cy="13282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C1E91BEC-C0E8-90A1-7F44-8F874E8B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68E5A884-8FE2-E176-1DA1-512FDB2424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112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2. Nombre théorique de personnes qui pourraient être nourries en 2017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BA5E89B1-24E7-4B2F-EA4F-C8ED5B9AB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7133" y="4511040"/>
            <a:ext cx="11472334" cy="19583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000" dirty="0">
                <a:latin typeface="Lato Light" panose="020F0302020204030203" pitchFamily="34" charset="0"/>
              </a:rPr>
              <a:t>Nombre d'humains </a:t>
            </a:r>
            <a:r>
              <a:rPr lang="fr-FR" sz="2000" u="sng" dirty="0">
                <a:latin typeface="Lato Light" panose="020F0302020204030203" pitchFamily="34" charset="0"/>
              </a:rPr>
              <a:t>potentiellement nourris</a:t>
            </a:r>
            <a:r>
              <a:rPr lang="fr-FR" sz="2000" dirty="0">
                <a:latin typeface="Lato Light" panose="020F0302020204030203" pitchFamily="34" charset="0"/>
              </a:rPr>
              <a:t> : </a:t>
            </a:r>
            <a:r>
              <a:rPr lang="fr-FR" sz="2000" dirty="0">
                <a:solidFill>
                  <a:srgbClr val="00C0B5"/>
                </a:solidFill>
                <a:latin typeface="Lato Light" panose="020F0302020204030203" pitchFamily="34" charset="0"/>
              </a:rPr>
              <a:t>9.5 Milliards </a:t>
            </a: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</a:rPr>
              <a:t>de</a:t>
            </a:r>
            <a:r>
              <a:rPr lang="fr-FR" sz="2000" dirty="0">
                <a:solidFill>
                  <a:srgbClr val="00C0B5"/>
                </a:solidFill>
                <a:latin typeface="Lato Light" panose="020F0302020204030203" pitchFamily="34" charset="0"/>
              </a:rPr>
              <a:t> </a:t>
            </a:r>
            <a:r>
              <a:rPr lang="fr-FR" sz="2000" dirty="0">
                <a:latin typeface="Lato Light" panose="020F0302020204030203" pitchFamily="34" charset="0"/>
              </a:rPr>
              <a:t>personnes.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000" i="1" dirty="0">
                <a:latin typeface="Lato Light" panose="020F0302020204030203" pitchFamily="34" charset="0"/>
              </a:rPr>
              <a:t>La population mondiale était de 7 .5 Milliards de personnes.</a:t>
            </a:r>
          </a:p>
          <a:p>
            <a:pPr marL="0" lvl="0" indent="0" algn="ctr">
              <a:spcBef>
                <a:spcPts val="0"/>
              </a:spcBef>
              <a:buNone/>
            </a:pPr>
            <a:br>
              <a:rPr lang="fr-FR" sz="2000" dirty="0">
                <a:latin typeface="Lato Light" panose="020F0302020204030203" pitchFamily="34" charset="0"/>
              </a:rPr>
            </a:br>
            <a:r>
              <a:rPr lang="fr-FR" sz="2000" dirty="0">
                <a:latin typeface="Lato Light" panose="020F0302020204030203" pitchFamily="34" charset="0"/>
              </a:rPr>
              <a:t>En 2017 la disponibilité mondiale couvrait donc </a:t>
            </a:r>
            <a:r>
              <a:rPr lang="fr-FR" sz="2000" b="1" dirty="0">
                <a:solidFill>
                  <a:srgbClr val="00C0B5"/>
                </a:solidFill>
                <a:latin typeface="Lato Light" panose="020F0302020204030203" pitchFamily="34" charset="0"/>
              </a:rPr>
              <a:t>126% </a:t>
            </a:r>
            <a:r>
              <a:rPr lang="fr-FR" sz="2000" dirty="0">
                <a:latin typeface="Lato Light" panose="020F0302020204030203" pitchFamily="34" charset="0"/>
              </a:rPr>
              <a:t>des besoins.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fr-FR" sz="1400" i="1" dirty="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1400" i="1" dirty="0">
                <a:latin typeface="Lato Light" panose="020F0302020204030203" pitchFamily="34" charset="0"/>
              </a:rPr>
              <a:t>Source : </a:t>
            </a:r>
            <a:r>
              <a:rPr lang="en-US" sz="1400" i="1" dirty="0">
                <a:latin typeface="Lato Light" panose="020F0302020204030203" pitchFamily="34" charset="0"/>
              </a:rPr>
              <a:t>The World Health Organization states that a healthy adult individual should consume between 2,000 and 2,400 calories a day.</a:t>
            </a:r>
            <a:endParaRPr sz="1400" i="1" dirty="0">
              <a:latin typeface="Lato Light" panose="020F03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BFED661-1783-C59C-B2B4-E33764BAA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9542" y="1736954"/>
            <a:ext cx="10392915" cy="2774086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4" name="Image 3" descr="Une image contenant clipart, Graphique, créativité&#10;&#10;Le contenu généré par l’IA peut être incorrect.">
            <a:extLst>
              <a:ext uri="{FF2B5EF4-FFF2-40B4-BE49-F238E27FC236}">
                <a16:creationId xmlns:a16="http://schemas.microsoft.com/office/drawing/2014/main" id="{C07FA359-4D6A-85DC-6DBB-2F67A2EA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42" y="4814761"/>
            <a:ext cx="1110227" cy="111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90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1FA54A9A-694C-65A3-6BA4-3570AC1C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3A237405-1C39-1F8A-90D2-15F95C5F51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5636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3. Nombre théorique de personnes qui pourraient être nourries uniquement avec les végétaux en 2017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4A7AC4DA-EF81-6A05-1C16-B862DCB2F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7133" y="4511040"/>
            <a:ext cx="11472334" cy="19583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000" dirty="0">
                <a:latin typeface="Lato Light" panose="020F0302020204030203" pitchFamily="34" charset="0"/>
              </a:rPr>
              <a:t>Nombres d'humains </a:t>
            </a:r>
            <a:r>
              <a:rPr lang="fr-FR" sz="2000" u="sng" dirty="0">
                <a:latin typeface="Lato Light" panose="020F0302020204030203" pitchFamily="34" charset="0"/>
              </a:rPr>
              <a:t>potentiellement nourris</a:t>
            </a:r>
            <a:r>
              <a:rPr lang="fr-FR" sz="2000" dirty="0">
                <a:latin typeface="Lato Light" panose="020F0302020204030203" pitchFamily="34" charset="0"/>
              </a:rPr>
              <a:t> par des végétaux : </a:t>
            </a:r>
            <a:r>
              <a:rPr lang="fr-FR" sz="2000" dirty="0">
                <a:solidFill>
                  <a:srgbClr val="00C0B5"/>
                </a:solidFill>
                <a:latin typeface="Lato Light" panose="020F0302020204030203" pitchFamily="34" charset="0"/>
              </a:rPr>
              <a:t>7.8 Milliards </a:t>
            </a: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</a:rPr>
              <a:t>de</a:t>
            </a:r>
            <a:r>
              <a:rPr lang="fr-FR" sz="2000" dirty="0">
                <a:latin typeface="Lato Light" panose="020F0302020204030203" pitchFamily="34" charset="0"/>
              </a:rPr>
              <a:t> personnes.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000" i="1" dirty="0">
                <a:latin typeface="Lato Light" panose="020F0302020204030203" pitchFamily="34" charset="0"/>
              </a:rPr>
              <a:t>La population mondiale était de 7.5 Milliards de personnes.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fr-FR" sz="2000" dirty="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000" dirty="0">
                <a:latin typeface="Lato Light" panose="020F0302020204030203" pitchFamily="34" charset="0"/>
              </a:rPr>
              <a:t>En 2017 la disponibilité mondiale couvrait donc </a:t>
            </a:r>
            <a:r>
              <a:rPr lang="fr-FR" sz="2000" b="1" dirty="0">
                <a:solidFill>
                  <a:srgbClr val="00C0B5"/>
                </a:solidFill>
                <a:latin typeface="Lato Light" panose="020F0302020204030203" pitchFamily="34" charset="0"/>
              </a:rPr>
              <a:t>104% </a:t>
            </a:r>
            <a:r>
              <a:rPr lang="fr-FR" sz="2000" dirty="0">
                <a:latin typeface="Lato Light" panose="020F0302020204030203" pitchFamily="34" charset="0"/>
              </a:rPr>
              <a:t>des besoins.</a:t>
            </a:r>
            <a:endParaRPr sz="1600" i="1" dirty="0">
              <a:latin typeface="Lato Light" panose="020F03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C09AEDD-AA4F-CCF5-BC40-270FCEA51C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9542" y="1756508"/>
            <a:ext cx="10392915" cy="2734977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4" name="Image 3" descr="Une image contenant jaune, Symétrie&#10;&#10;Le contenu généré par l’IA peut être incorrect.">
            <a:extLst>
              <a:ext uri="{FF2B5EF4-FFF2-40B4-BE49-F238E27FC236}">
                <a16:creationId xmlns:a16="http://schemas.microsoft.com/office/drawing/2014/main" id="{8AD760C2-42AB-6AA2-ED5F-32E023B96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42" y="5313545"/>
            <a:ext cx="1155835" cy="115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7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7809658B-504D-D6CE-D96D-F67C1220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4A974F1F-8607-5795-8D0F-CAF8DA6FE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5636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4. Répartition de la disponibilité intérieure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63CCAAEC-7629-B5DD-C5FC-DA5454A2F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659" y="1776064"/>
            <a:ext cx="5042547" cy="461711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latin typeface="Lato Light" panose="020F0302020204030203" pitchFamily="34" charset="0"/>
              </a:rPr>
              <a:t>Dispo alimentaire mondiale : 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solidFill>
                  <a:srgbClr val="00C0B5"/>
                </a:solidFill>
                <a:latin typeface="Lato Light" panose="020F0302020204030203" pitchFamily="34" charset="0"/>
              </a:rPr>
              <a:t>9 849 millions de tonnes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sz="2200" u="sng">
              <a:solidFill>
                <a:srgbClr val="00C0B5"/>
              </a:solidFill>
              <a:latin typeface="Lato Light" panose="020F0302020204030203" pitchFamily="34" charset="0"/>
            </a:endParaRPr>
          </a:p>
          <a:p>
            <a:pPr marL="742950" lvl="1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000" u="sng">
                <a:latin typeface="Lato Light" panose="020F0302020204030203" pitchFamily="34" charset="0"/>
              </a:rPr>
              <a:t>Utilisations :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sz="2000" u="sng">
              <a:latin typeface="Lato Light" panose="020F0302020204030203" pitchFamily="34" charset="0"/>
            </a:endParaRP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Humains : 4 876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Agro-alimentaire : 2 205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Animaux : 1 304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Industrie : 865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Pertes : 454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Semences : 155 millions de tonnes</a:t>
            </a:r>
            <a:endParaRPr i="1">
              <a:latin typeface="Lato Light" panose="020F03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E8E58AC-15B4-0A39-0FC8-2E164A1795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4793" y="1776063"/>
            <a:ext cx="6332531" cy="4617116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3996303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908D8359-9257-C649-F7D5-195CBE8DA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72B329F5-0696-F412-FF6A-D8BE762B65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5. Part de l’utilisation des principales céréales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97C2A561-07BD-753C-A107-FB3F2460F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659" y="1776064"/>
            <a:ext cx="5042547" cy="461711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latin typeface="Lato Light" panose="020F0302020204030203" pitchFamily="34" charset="0"/>
              </a:rPr>
              <a:t>Dispo mondiale en céréales 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solidFill>
                  <a:srgbClr val="00C0B5"/>
                </a:solidFill>
                <a:latin typeface="Lato Light" panose="020F0302020204030203" pitchFamily="34" charset="0"/>
              </a:rPr>
              <a:t>2 407 millions de tonnes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fr-FR" sz="2000" u="sng">
              <a:solidFill>
                <a:srgbClr val="00C0B5"/>
              </a:solidFill>
              <a:latin typeface="Lato Light" panose="020F0302020204030203" pitchFamily="34" charset="0"/>
            </a:endParaRPr>
          </a:p>
          <a:p>
            <a:pPr marL="742950" lvl="1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000" u="sng">
                <a:latin typeface="Lato Light" panose="020F0302020204030203" pitchFamily="34" charset="0"/>
              </a:rPr>
              <a:t>Utilisations :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sz="2000" u="sng">
              <a:latin typeface="Lato Light" panose="020F0302020204030203" pitchFamily="34" charset="0"/>
            </a:endParaRP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Humains : 1 029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Animaux : 874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Industrie : 235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Pertes : 107 millions de tonnes 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Agro-alimentaire : 95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>
                <a:latin typeface="Lato Light" panose="020F0302020204030203" pitchFamily="34" charset="0"/>
              </a:rPr>
              <a:t>Semences : 69 millions de tonnes</a:t>
            </a:r>
            <a:endParaRPr sz="2000" i="1">
              <a:latin typeface="Lato Light" panose="020F03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B219787-91FF-798F-CF54-06EAD27E0C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4793" y="1819218"/>
            <a:ext cx="6332531" cy="4530806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946449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B5CF4E2E-C50D-FF90-391C-FDDF1E01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44BF3681-C43F-8E5A-8FB8-2D6904086A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6. Liste des 10 pays où la proportion de personnes en état de sous-nutrition est la plus forte en </a:t>
            </a:r>
            <a:r>
              <a:rPr lang="fr-FR" sz="3600" b="0">
                <a:solidFill>
                  <a:schemeClr val="lt1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2017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196F50-B3D2-33C8-801C-8CB17CA10A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8230" y="1819218"/>
            <a:ext cx="6183070" cy="4530806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5" name="Google Shape;146;p4">
            <a:extLst>
              <a:ext uri="{FF2B5EF4-FFF2-40B4-BE49-F238E27FC236}">
                <a16:creationId xmlns:a16="http://schemas.microsoft.com/office/drawing/2014/main" id="{EBB2C793-B5CB-FEF6-5224-02357A753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659" y="1776064"/>
            <a:ext cx="5042547" cy="461711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fr-FR" sz="220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fr-FR" sz="220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latin typeface="Lato Light" panose="020F0302020204030203" pitchFamily="34" charset="0"/>
              </a:rPr>
              <a:t>En </a:t>
            </a:r>
            <a:r>
              <a:rPr lang="fr-FR" sz="2200" u="sng">
                <a:latin typeface="Lato Light" panose="020F0302020204030203" pitchFamily="34" charset="0"/>
              </a:rPr>
              <a:t>Haïti</a:t>
            </a:r>
            <a:r>
              <a:rPr lang="fr-FR" sz="2200">
                <a:latin typeface="Lato Light" panose="020F0302020204030203" pitchFamily="34" charset="0"/>
              </a:rPr>
              <a:t> et en </a:t>
            </a:r>
            <a:r>
              <a:rPr lang="fr-FR" sz="2200" u="sng">
                <a:latin typeface="Lato Light" panose="020F0302020204030203" pitchFamily="34" charset="0"/>
              </a:rPr>
              <a:t>Corée du Nord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solidFill>
                  <a:srgbClr val="00C0B5"/>
                </a:solidFill>
                <a:latin typeface="Lato Light" panose="020F0302020204030203" pitchFamily="34" charset="0"/>
              </a:rPr>
              <a:t>un habitant sur deux est en situation d’insécurité alimentaire.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fr-FR" sz="220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latin typeface="Lato Light" panose="020F0302020204030203" pitchFamily="34" charset="0"/>
              </a:rPr>
              <a:t>A </a:t>
            </a:r>
            <a:r>
              <a:rPr lang="fr-FR" sz="2200" u="sng">
                <a:latin typeface="Lato Light" panose="020F0302020204030203" pitchFamily="34" charset="0"/>
              </a:rPr>
              <a:t>Madagascar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solidFill>
                  <a:srgbClr val="00C0B5"/>
                </a:solidFill>
                <a:latin typeface="Lato Light" panose="020F0302020204030203" pitchFamily="34" charset="0"/>
              </a:rPr>
              <a:t>plus d’un habitant sur trois ne mange pas à sa faim.</a:t>
            </a:r>
            <a:endParaRPr sz="2200">
              <a:solidFill>
                <a:srgbClr val="00C0B5"/>
              </a:solidFill>
              <a:latin typeface="Lato Light" panose="020F0302020204030203" pitchFamily="34" charset="0"/>
            </a:endParaRPr>
          </a:p>
        </p:txBody>
      </p:sp>
      <p:pic>
        <p:nvPicPr>
          <p:cNvPr id="2" name="Image 1" descr="Une image contenant capture d’écran, Graphique, graphisme, Police&#10;&#10;Le contenu généré par l’IA peut être incorrect.">
            <a:extLst>
              <a:ext uri="{FF2B5EF4-FFF2-40B4-BE49-F238E27FC236}">
                <a16:creationId xmlns:a16="http://schemas.microsoft.com/office/drawing/2014/main" id="{72258D51-D611-3DCC-3DE8-783446F08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801" y="2283769"/>
            <a:ext cx="708261" cy="70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2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EC9FCB2-7DA5-0B85-9299-C7E23408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F4DB2CCF-5BC5-C201-126D-EDFBD49657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7. Liste des 10 pays qui ont le plus bénéficié de l’aide alimentaire entre 2013 et 2016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75FFF7E-A45B-A5BF-012C-257556164C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8230" y="1858716"/>
            <a:ext cx="6183070" cy="4451809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5" name="Google Shape;146;p4">
            <a:extLst>
              <a:ext uri="{FF2B5EF4-FFF2-40B4-BE49-F238E27FC236}">
                <a16:creationId xmlns:a16="http://schemas.microsoft.com/office/drawing/2014/main" id="{F0D7175E-C4B7-22F5-E125-265990EC3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659" y="1776064"/>
            <a:ext cx="5042547" cy="461711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fr-FR" sz="2200" dirty="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latin typeface="Lato Light" panose="020F0302020204030203" pitchFamily="34" charset="0"/>
              </a:rPr>
              <a:t>La </a:t>
            </a:r>
            <a:r>
              <a:rPr lang="fr-FR" sz="2200" u="sng">
                <a:latin typeface="Lato Light" panose="020F0302020204030203" pitchFamily="34" charset="0"/>
              </a:rPr>
              <a:t>Syrie, l’Ethiopie et le Yémen</a:t>
            </a:r>
            <a:r>
              <a:rPr lang="fr-FR" sz="2200">
                <a:latin typeface="Lato Light" panose="020F0302020204030203" pitchFamily="34" charset="0"/>
              </a:rPr>
              <a:t> ont reçus entre 2013 et 2016</a:t>
            </a:r>
            <a:br>
              <a:rPr lang="fr-FR" sz="2200">
                <a:latin typeface="Lato Light" panose="020F0302020204030203" pitchFamily="34" charset="0"/>
              </a:rPr>
            </a:br>
            <a:r>
              <a:rPr lang="fr-FR" sz="2200">
                <a:solidFill>
                  <a:srgbClr val="00C0B5"/>
                </a:solidFill>
                <a:latin typeface="Lato Light" panose="020F0302020204030203" pitchFamily="34" charset="0"/>
              </a:rPr>
              <a:t>40% de l'aide alimentaire mondiale.</a:t>
            </a:r>
            <a:endParaRPr sz="2200" dirty="0">
              <a:solidFill>
                <a:srgbClr val="00C0B5"/>
              </a:solidFill>
              <a:latin typeface="Lato Light" panose="020F0302020204030203" pitchFamily="34" charset="0"/>
            </a:endParaRPr>
          </a:p>
        </p:txBody>
      </p:sp>
      <p:pic>
        <p:nvPicPr>
          <p:cNvPr id="4" name="Image 3" descr="Une image contenant capture d’écran, Graphique, graphisme, Police&#10;&#10;Le contenu généré par l’IA peut être incorrect.">
            <a:extLst>
              <a:ext uri="{FF2B5EF4-FFF2-40B4-BE49-F238E27FC236}">
                <a16:creationId xmlns:a16="http://schemas.microsoft.com/office/drawing/2014/main" id="{2C438FC0-6ECD-8D4D-A3E1-8010F044F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814" y="2720739"/>
            <a:ext cx="708261" cy="70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6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5F1B64AF-DBB4-25AC-B7BD-DA7AC241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592C50E5-6840-EA44-17DC-203CF4CAD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8. Évolution de l’aide alimentaire pour les 5 pays qui en ont le plus bénéficié entre 2013 et 2016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A6DD6BB-51E0-2747-61B9-291F0C2B1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8230" y="2217126"/>
            <a:ext cx="6183070" cy="3734988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5" name="Google Shape;146;p4">
            <a:extLst>
              <a:ext uri="{FF2B5EF4-FFF2-40B4-BE49-F238E27FC236}">
                <a16:creationId xmlns:a16="http://schemas.microsoft.com/office/drawing/2014/main" id="{2B96E736-2159-9264-0124-A4FB42A7B5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659" y="1602223"/>
            <a:ext cx="5042547" cy="479095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solidFill>
                  <a:srgbClr val="00C0B5"/>
                </a:solidFill>
                <a:latin typeface="Lato Light" panose="020F0302020204030203" pitchFamily="34" charset="0"/>
              </a:rPr>
              <a:t>Contexte Géopolitique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sz="2000" u="sng">
              <a:latin typeface="Lato Light" panose="020F0302020204030203" pitchFamily="34" charset="0"/>
            </a:endParaRPr>
          </a:p>
          <a:p>
            <a:pPr marL="342900" lv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u="sng">
                <a:latin typeface="Lato Light" panose="020F0302020204030203" pitchFamily="34" charset="0"/>
              </a:rPr>
              <a:t>Syrie :</a:t>
            </a:r>
            <a:r>
              <a:rPr lang="fr-FR" sz="2000">
                <a:latin typeface="Lato Light" panose="020F0302020204030203" pitchFamily="34" charset="0"/>
              </a:rPr>
              <a:t> Guerre civile, effondrement agricole</a:t>
            </a:r>
          </a:p>
          <a:p>
            <a:pPr marL="342900" lv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u="sng">
                <a:latin typeface="Lato Light" panose="020F0302020204030203" pitchFamily="34" charset="0"/>
              </a:rPr>
              <a:t>Éthiopie :</a:t>
            </a:r>
            <a:r>
              <a:rPr lang="fr-FR" sz="2000">
                <a:latin typeface="Lato Light" panose="020F0302020204030203" pitchFamily="34" charset="0"/>
              </a:rPr>
              <a:t> Sécheresse, tensions internes</a:t>
            </a:r>
          </a:p>
          <a:p>
            <a:pPr marL="342900" lv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u="sng">
                <a:latin typeface="Lato Light" panose="020F0302020204030203" pitchFamily="34" charset="0"/>
              </a:rPr>
              <a:t>Yémen :</a:t>
            </a:r>
            <a:r>
              <a:rPr lang="fr-FR" sz="2000">
                <a:latin typeface="Lato Light" panose="020F0302020204030203" pitchFamily="34" charset="0"/>
              </a:rPr>
              <a:t> Guerre, blocus, crise humanitaire</a:t>
            </a:r>
          </a:p>
          <a:p>
            <a:pPr marL="342900" lv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u="sng">
                <a:latin typeface="Lato Light" panose="020F0302020204030203" pitchFamily="34" charset="0"/>
              </a:rPr>
              <a:t>Soudan du Sud :</a:t>
            </a:r>
            <a:r>
              <a:rPr lang="fr-FR" sz="2000">
                <a:latin typeface="Lato Light" panose="020F0302020204030203" pitchFamily="34" charset="0"/>
              </a:rPr>
              <a:t> Guerre civile, insécurité alimentaire</a:t>
            </a:r>
          </a:p>
          <a:p>
            <a:pPr marL="342900" lv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u="sng">
                <a:latin typeface="Lato Light" panose="020F0302020204030203" pitchFamily="34" charset="0"/>
              </a:rPr>
              <a:t>Soudan :</a:t>
            </a:r>
            <a:r>
              <a:rPr lang="fr-FR" sz="2000">
                <a:latin typeface="Lato Light" panose="020F0302020204030203" pitchFamily="34" charset="0"/>
              </a:rPr>
              <a:t> Instabilité politique, conflits régionaux</a:t>
            </a:r>
            <a:endParaRPr sz="2000">
              <a:solidFill>
                <a:srgbClr val="00C0B5"/>
              </a:solidFill>
              <a:latin typeface="Lato Light" panose="020F0302020204030203" pitchFamily="34" charset="0"/>
            </a:endParaRPr>
          </a:p>
        </p:txBody>
      </p:sp>
      <p:pic>
        <p:nvPicPr>
          <p:cNvPr id="7" name="Image 6" descr="Une image contenant art, Graphique, cercl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3224EB67-E374-390C-384E-86305940C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036" y="5720216"/>
            <a:ext cx="587896" cy="58789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0778FB2-9B78-1D1B-8B42-BE436218D1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39291" y="5720216"/>
            <a:ext cx="587896" cy="58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65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7009CFA9-2B55-FDC5-3793-F9202C46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5BF034E6-41A7-6206-2B76-BE13AAC53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9. </a:t>
            </a:r>
            <a:r>
              <a:rPr lang="fr-FR" sz="3600">
                <a:latin typeface="Lato Semibold" panose="020F0502020204030203" pitchFamily="34" charset="0"/>
                <a:cs typeface="Lato Semibold" panose="020F0502020204030203" pitchFamily="34" charset="0"/>
              </a:rPr>
              <a:t>Liste des 10 pays qui ont la plus forte disponibilité alimentaire par habitant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9756E8B-D65B-B8BF-8AD1-BFB1390E6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9699" y="2217126"/>
            <a:ext cx="5240131" cy="3734988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5" name="Google Shape;146;p4">
            <a:extLst>
              <a:ext uri="{FF2B5EF4-FFF2-40B4-BE49-F238E27FC236}">
                <a16:creationId xmlns:a16="http://schemas.microsoft.com/office/drawing/2014/main" id="{A2F80889-0408-AA74-209A-74FEEE52F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659" y="1776064"/>
            <a:ext cx="5042547" cy="461711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fr-FR" sz="2200">
              <a:solidFill>
                <a:schemeClr val="bg1"/>
              </a:solidFill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fr-FR" sz="2200">
              <a:solidFill>
                <a:schemeClr val="bg1"/>
              </a:solidFill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solidFill>
                  <a:schemeClr val="bg1"/>
                </a:solidFill>
                <a:latin typeface="Lato Light" panose="020F0302020204030203" pitchFamily="34" charset="0"/>
              </a:rPr>
              <a:t>Les pays les mieux alimentés présentent une </a:t>
            </a:r>
            <a:r>
              <a:rPr lang="fr-FR" sz="2200" u="sng">
                <a:solidFill>
                  <a:schemeClr val="bg1"/>
                </a:solidFill>
                <a:latin typeface="Lato Light" panose="020F0302020204030203" pitchFamily="34" charset="0"/>
              </a:rPr>
              <a:t>sur disponibilité</a:t>
            </a:r>
            <a:r>
              <a:rPr lang="fr-FR" sz="2200">
                <a:solidFill>
                  <a:schemeClr val="bg1"/>
                </a:solidFill>
                <a:latin typeface="Lato Light" panose="020F0302020204030203" pitchFamily="34" charset="0"/>
              </a:rPr>
              <a:t> moyenne de </a:t>
            </a:r>
            <a:r>
              <a:rPr lang="fr-FR" sz="2200" b="1">
                <a:solidFill>
                  <a:srgbClr val="00C0B5"/>
                </a:solidFill>
                <a:latin typeface="Lato Light" panose="020F0302020204030203" pitchFamily="34" charset="0"/>
              </a:rPr>
              <a:t>61 % </a:t>
            </a:r>
            <a:r>
              <a:rPr lang="fr-FR" sz="2200">
                <a:solidFill>
                  <a:schemeClr val="bg1"/>
                </a:solidFill>
                <a:latin typeface="Lato Light" panose="020F0302020204030203" pitchFamily="34" charset="0"/>
              </a:rPr>
              <a:t>par rapport au besoin calorique.</a:t>
            </a:r>
            <a:endParaRPr sz="20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A92976-BE5A-B593-D79E-642E27525B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04358" y="2388153"/>
            <a:ext cx="1243147" cy="124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1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54204C82-BFF9-3C42-C1FE-F5E11028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FDC4726C-F3F6-A62E-961B-F6EC06C5E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10. </a:t>
            </a:r>
            <a:r>
              <a:rPr lang="fr-FR" sz="3600">
                <a:latin typeface="Lato Semibold" panose="020F0502020204030203" pitchFamily="34" charset="0"/>
                <a:cs typeface="Lato Semibold" panose="020F0502020204030203" pitchFamily="34" charset="0"/>
              </a:rPr>
              <a:t>Liste des 10 pays qui ont la plus forte disponibilité alimentaire par habitant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0985EC9-75ED-3171-CAEA-F0E695C23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9699" y="2266852"/>
            <a:ext cx="5240131" cy="3635535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5" name="Google Shape;146;p4">
            <a:extLst>
              <a:ext uri="{FF2B5EF4-FFF2-40B4-BE49-F238E27FC236}">
                <a16:creationId xmlns:a16="http://schemas.microsoft.com/office/drawing/2014/main" id="{389560CB-D68A-787C-5783-176A72A22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659" y="1776064"/>
            <a:ext cx="5042547" cy="461711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fr-FR" sz="2200">
              <a:solidFill>
                <a:schemeClr val="bg1"/>
              </a:solidFill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fr-FR" sz="2200">
              <a:solidFill>
                <a:schemeClr val="bg1"/>
              </a:solidFill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fr-FR" sz="2200">
              <a:solidFill>
                <a:schemeClr val="bg1"/>
              </a:solidFill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>
                <a:solidFill>
                  <a:schemeClr val="bg1"/>
                </a:solidFill>
                <a:latin typeface="Lato Light" panose="020F0302020204030203" pitchFamily="34" charset="0"/>
              </a:rPr>
              <a:t>La </a:t>
            </a:r>
            <a:r>
              <a:rPr lang="fr-FR" sz="2200" u="sng">
                <a:solidFill>
                  <a:schemeClr val="bg1"/>
                </a:solidFill>
                <a:latin typeface="Lato Light" panose="020F0302020204030203" pitchFamily="34" charset="0"/>
              </a:rPr>
              <a:t>disponibilité alimentaire</a:t>
            </a:r>
            <a:r>
              <a:rPr lang="fr-FR" sz="2200">
                <a:solidFill>
                  <a:schemeClr val="bg1"/>
                </a:solidFill>
                <a:latin typeface="Lato Light" panose="020F0302020204030203" pitchFamily="34" charset="0"/>
              </a:rPr>
              <a:t> moyenne ne couvre que </a:t>
            </a:r>
            <a:r>
              <a:rPr lang="fr-FR" sz="2200" b="1">
                <a:solidFill>
                  <a:srgbClr val="00C0B5"/>
                </a:solidFill>
                <a:latin typeface="Lato Light" panose="020F0302020204030203" pitchFamily="34" charset="0"/>
              </a:rPr>
              <a:t>94% </a:t>
            </a:r>
            <a:r>
              <a:rPr lang="fr-FR" sz="2200">
                <a:solidFill>
                  <a:schemeClr val="bg1"/>
                </a:solidFill>
                <a:latin typeface="Lato Light" panose="020F0302020204030203" pitchFamily="34" charset="0"/>
              </a:rPr>
              <a:t>du besoin calorique recommandé, dans les pays les moins dotés.</a:t>
            </a:r>
            <a:endParaRPr sz="20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A1EB686-1FE5-2742-1230-1DFC39CB56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78523" y="2556574"/>
            <a:ext cx="1094818" cy="109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30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AC45D0A5-E1DD-59C1-CFC2-46D4BC39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C540403C-35EB-07A2-7DDB-7402AD055C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5636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	11.1 </a:t>
            </a:r>
            <a:r>
              <a:rPr lang="fr-FR" sz="3600">
                <a:latin typeface="Lato Semibold" panose="020F0502020204030203" pitchFamily="34" charset="0"/>
                <a:cs typeface="Lato Semibold" panose="020F0502020204030203" pitchFamily="34" charset="0"/>
              </a:rPr>
              <a:t>Étude sur le manioc en Thaïlande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A6C511A-5792-072B-F723-87416821E4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84615" y="1756508"/>
            <a:ext cx="9422769" cy="2734977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6" name="Google Shape;146;p4">
            <a:extLst>
              <a:ext uri="{FF2B5EF4-FFF2-40B4-BE49-F238E27FC236}">
                <a16:creationId xmlns:a16="http://schemas.microsoft.com/office/drawing/2014/main" id="{EB59B856-7E8E-D6E5-6ED8-2C97FD4BA4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9832" y="4551500"/>
            <a:ext cx="11472334" cy="19583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000" dirty="0">
                <a:latin typeface="Lato Light" panose="020F0302020204030203" pitchFamily="34" charset="0"/>
              </a:rPr>
              <a:t>Population Thaïlandaise : 69 Millions de personnes.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000" dirty="0">
                <a:latin typeface="Lato Light" panose="020F0302020204030203" pitchFamily="34" charset="0"/>
              </a:rPr>
              <a:t>Population Thaïlandaise en </a:t>
            </a:r>
            <a:r>
              <a:rPr lang="fr-FR" sz="2000" u="sng" dirty="0">
                <a:latin typeface="Lato Light" panose="020F0302020204030203" pitchFamily="34" charset="0"/>
              </a:rPr>
              <a:t>sous nutrition</a:t>
            </a:r>
            <a:r>
              <a:rPr lang="fr-FR" sz="2000" dirty="0">
                <a:latin typeface="Lato Light" panose="020F0302020204030203" pitchFamily="34" charset="0"/>
              </a:rPr>
              <a:t> :         </a:t>
            </a:r>
            <a:r>
              <a:rPr lang="fr-FR" sz="2000" dirty="0">
                <a:solidFill>
                  <a:srgbClr val="00C0B5"/>
                </a:solidFill>
                <a:latin typeface="Lato" panose="020F0502020204030203" pitchFamily="34" charset="0"/>
                <a:cs typeface="Lato" panose="020F0502020204030203" pitchFamily="34" charset="0"/>
              </a:rPr>
              <a:t>6.2 Millions </a:t>
            </a: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</a:rPr>
              <a:t>de</a:t>
            </a:r>
            <a:r>
              <a:rPr lang="fr-FR" sz="2000" dirty="0">
                <a:solidFill>
                  <a:srgbClr val="00C0B5"/>
                </a:solidFill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</a:rPr>
              <a:t>personnes</a:t>
            </a:r>
            <a:r>
              <a:rPr lang="fr-FR" sz="2000" dirty="0">
                <a:latin typeface="Lato Light" panose="020F0302020204030203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fr-FR" sz="2000" dirty="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000" dirty="0">
                <a:latin typeface="Lato Light" panose="020F0302020204030203" pitchFamily="34" charset="0"/>
              </a:rPr>
              <a:t>En 2017, </a:t>
            </a:r>
            <a:r>
              <a:rPr lang="fr-FR" sz="2000" dirty="0">
                <a:solidFill>
                  <a:srgbClr val="00C0B5"/>
                </a:solidFill>
                <a:latin typeface="Lato Light" panose="020F0302020204030203" pitchFamily="34" charset="0"/>
              </a:rPr>
              <a:t>8.96% </a:t>
            </a:r>
            <a:r>
              <a:rPr lang="fr-FR" sz="2000" dirty="0">
                <a:latin typeface="Lato Light" panose="020F0302020204030203" pitchFamily="34" charset="0"/>
              </a:rPr>
              <a:t>de la population Thaïlandaise était en sous-nutrition</a:t>
            </a:r>
          </a:p>
        </p:txBody>
      </p:sp>
      <p:pic>
        <p:nvPicPr>
          <p:cNvPr id="7" name="Image 6" descr="Une image contenant jaune&#10;&#10;Le contenu généré par l’IA peut être incorrect.">
            <a:extLst>
              <a:ext uri="{FF2B5EF4-FFF2-40B4-BE49-F238E27FC236}">
                <a16:creationId xmlns:a16="http://schemas.microsoft.com/office/drawing/2014/main" id="{A40DA6FA-0CA7-C1CF-F315-5005B36CE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440" y="5253501"/>
            <a:ext cx="277169" cy="277169"/>
          </a:xfrm>
          <a:prstGeom prst="rect">
            <a:avLst/>
          </a:prstGeom>
        </p:spPr>
      </p:pic>
      <p:pic>
        <p:nvPicPr>
          <p:cNvPr id="9" name="Image 8" descr="Une image contenant légume, igname, plein air&#10;&#10;Le contenu généré par l’IA peut être incorrect.">
            <a:extLst>
              <a:ext uri="{FF2B5EF4-FFF2-40B4-BE49-F238E27FC236}">
                <a16:creationId xmlns:a16="http://schemas.microsoft.com/office/drawing/2014/main" id="{187681C7-78F5-1A0C-64DF-0204EA4D3D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45" y="-309082"/>
            <a:ext cx="1958340" cy="1958340"/>
          </a:xfrm>
          <a:prstGeom prst="rect">
            <a:avLst/>
          </a:prstGeom>
        </p:spPr>
      </p:pic>
      <p:pic>
        <p:nvPicPr>
          <p:cNvPr id="11" name="Image 10" descr="Une image contenant clipart, Dessin animé, dessin humoristique, illustration&#10;&#10;Le contenu généré par l’IA peut être incorrect.">
            <a:extLst>
              <a:ext uri="{FF2B5EF4-FFF2-40B4-BE49-F238E27FC236}">
                <a16:creationId xmlns:a16="http://schemas.microsoft.com/office/drawing/2014/main" id="{6989B46A-E25C-42FC-AA1F-D2AFF7CBC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58868" y="4887351"/>
            <a:ext cx="1251494" cy="125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77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E8050713-3A26-1E0B-0CE9-BD5AE177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A064ACFC-256C-C3F8-29AB-56E6AEC15F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	11.2 </a:t>
            </a:r>
            <a:r>
              <a:rPr lang="fr-FR" sz="3600">
                <a:latin typeface="Lato Semibold" panose="020F0502020204030203" pitchFamily="34" charset="0"/>
                <a:cs typeface="Lato Semibold" panose="020F0502020204030203" pitchFamily="34" charset="0"/>
              </a:rPr>
              <a:t>Étude sur le manioc en Thaïlande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2" name="Image 1" descr="Une image contenant légume, igname, plein air&#10;&#10;Le contenu généré par l’IA peut être incorrect.">
            <a:extLst>
              <a:ext uri="{FF2B5EF4-FFF2-40B4-BE49-F238E27FC236}">
                <a16:creationId xmlns:a16="http://schemas.microsoft.com/office/drawing/2014/main" id="{0FE70865-C45A-DC8B-2D48-5F5763DF0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45" y="-304800"/>
            <a:ext cx="1958340" cy="1958340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0D2D27ED-3162-1A69-9F95-7D7ACEA9CC97}"/>
              </a:ext>
            </a:extLst>
          </p:cNvPr>
          <p:cNvSpPr/>
          <p:nvPr/>
        </p:nvSpPr>
        <p:spPr>
          <a:xfrm>
            <a:off x="344794" y="1776064"/>
            <a:ext cx="4754756" cy="4617115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3175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3D60BECE-AD63-1712-2AA5-BB34582F1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342" y="1776063"/>
            <a:ext cx="6599942" cy="1915646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E131C3F-2503-D2F8-4844-866A0053FF66}"/>
              </a:ext>
            </a:extLst>
          </p:cNvPr>
          <p:cNvSpPr txBox="1"/>
          <p:nvPr/>
        </p:nvSpPr>
        <p:spPr>
          <a:xfrm>
            <a:off x="5387342" y="3691709"/>
            <a:ext cx="6599942" cy="270146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342900" indent="-342900"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  <a:sym typeface="Century Gothic"/>
              </a:rPr>
              <a:t>Potentiel nourricier du manioc : 1123 kcal/kg.</a:t>
            </a:r>
          </a:p>
          <a:p>
            <a:pPr marL="342900" indent="-342900"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  <a:sym typeface="Century Gothic"/>
              </a:rPr>
              <a:t>Le manioc exporté par la Thaïlande pourrait nourrir </a:t>
            </a:r>
            <a:r>
              <a:rPr lang="fr-FR" sz="2000" dirty="0">
                <a:solidFill>
                  <a:srgbClr val="00C0B5"/>
                </a:solidFill>
                <a:latin typeface="Lato Light" panose="020F0302020204030203" pitchFamily="34" charset="0"/>
                <a:sym typeface="Century Gothic"/>
              </a:rPr>
              <a:t>35 Millions </a:t>
            </a: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  <a:sym typeface="Century Gothic"/>
              </a:rPr>
              <a:t>de personnes chaque année.</a:t>
            </a:r>
          </a:p>
          <a:p>
            <a:pPr marL="342900" indent="-342900"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  <a:sym typeface="Century Gothic"/>
              </a:rPr>
              <a:t>Les exportations représentent </a:t>
            </a:r>
            <a:r>
              <a:rPr lang="fr-FR" sz="2000" b="1" dirty="0">
                <a:solidFill>
                  <a:srgbClr val="00C0B5"/>
                </a:solidFill>
                <a:latin typeface="Lato Light" panose="020F0302020204030203" pitchFamily="34" charset="0"/>
                <a:sym typeface="Century Gothic"/>
              </a:rPr>
              <a:t>51% </a:t>
            </a:r>
            <a:r>
              <a:rPr lang="fr-FR" sz="2000" dirty="0">
                <a:solidFill>
                  <a:schemeClr val="bg1"/>
                </a:solidFill>
                <a:latin typeface="Lato Light" panose="020F0302020204030203" pitchFamily="34" charset="0"/>
                <a:sym typeface="Century Gothic"/>
              </a:rPr>
              <a:t>des besoins caloriques de la population thaïlandaise.</a:t>
            </a:r>
          </a:p>
          <a:p>
            <a:pPr marL="342900" indent="-342900">
              <a:buClr>
                <a:schemeClr val="accent1"/>
              </a:buClr>
              <a:buSzPts val="1800"/>
              <a:buFont typeface="Arial" panose="020B0604020202020204" pitchFamily="34" charset="0"/>
              <a:buChar char="•"/>
            </a:pPr>
            <a:endParaRPr lang="fr-FR" sz="2000" dirty="0">
              <a:solidFill>
                <a:schemeClr val="bg1"/>
              </a:solidFill>
              <a:latin typeface="Lato Light" panose="020F0302020204030203" pitchFamily="34" charset="0"/>
              <a:sym typeface="Century Gothic"/>
            </a:endParaRPr>
          </a:p>
          <a:p>
            <a:pPr algn="ctr">
              <a:buClr>
                <a:schemeClr val="accent1"/>
              </a:buClr>
              <a:buSzPts val="1800"/>
            </a:pPr>
            <a:r>
              <a:rPr lang="fr-FR" i="1" dirty="0">
                <a:solidFill>
                  <a:schemeClr val="bg1"/>
                </a:solidFill>
                <a:latin typeface="Lato Light" panose="020F0302020204030203" pitchFamily="34" charset="0"/>
                <a:sym typeface="Century Gothic"/>
              </a:rPr>
              <a:t>Pour rappel : 6,2 millions de Thaïlandais souffrent de sous-nutrition.</a:t>
            </a:r>
          </a:p>
        </p:txBody>
      </p:sp>
    </p:spTree>
    <p:extLst>
      <p:ext uri="{BB962C8B-B14F-4D97-AF65-F5344CB8AC3E}">
        <p14:creationId xmlns:p14="http://schemas.microsoft.com/office/powerpoint/2010/main" val="553375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0E189CE-C307-2551-BFA4-C250C7D00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D192C065-20D7-BED7-53EE-52B64C5D2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	11.3 </a:t>
            </a:r>
            <a:r>
              <a:rPr lang="fr-FR" sz="3600">
                <a:latin typeface="Lato Semibold" panose="020F0502020204030203" pitchFamily="34" charset="0"/>
                <a:cs typeface="Lato Semibold" panose="020F0502020204030203" pitchFamily="34" charset="0"/>
              </a:rPr>
              <a:t>Étude sur le manioc en Thaïlande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9305D707-1A3B-900A-1708-BC71E83A3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659" y="1776064"/>
            <a:ext cx="5042547" cy="461711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200" u="sng" dirty="0">
                <a:latin typeface="Lato Light" panose="020F0302020204030203" pitchFamily="34" charset="0"/>
              </a:rPr>
              <a:t>Utilisation du manioc en Thaïlande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fr-FR" sz="2200" dirty="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 dirty="0">
                <a:latin typeface="Lato Light" panose="020F0302020204030203" pitchFamily="34" charset="0"/>
              </a:rPr>
              <a:t>Disponibilité 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2200" dirty="0">
                <a:solidFill>
                  <a:srgbClr val="00C0B5"/>
                </a:solidFill>
                <a:latin typeface="Lato Light" panose="020F0302020204030203" pitchFamily="34" charset="0"/>
              </a:rPr>
              <a:t>6.2 Millions de tonnes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fr-FR" sz="2000" u="sng" dirty="0">
              <a:solidFill>
                <a:srgbClr val="00C0B5"/>
              </a:solidFill>
              <a:latin typeface="Lato Light" panose="020F0302020204030203" pitchFamily="34" charset="0"/>
            </a:endParaRPr>
          </a:p>
          <a:p>
            <a:pPr marL="742950" lvl="1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000" u="sng" dirty="0">
                <a:latin typeface="Lato Light" panose="020F0302020204030203" pitchFamily="34" charset="0"/>
              </a:rPr>
              <a:t>Utilisations :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sz="2000" u="sng" dirty="0">
              <a:latin typeface="Lato Light" panose="020F0302020204030203" pitchFamily="34" charset="0"/>
            </a:endParaRP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Lato Light" panose="020F0302020204030203" pitchFamily="34" charset="0"/>
              </a:rPr>
              <a:t>Industrie : 2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Lato Light" panose="020F0302020204030203" pitchFamily="34" charset="0"/>
              </a:rPr>
              <a:t>Animaux : 1.8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Lato Light" panose="020F0302020204030203" pitchFamily="34" charset="0"/>
              </a:rPr>
              <a:t>Pertes : 1.5 Millions de tonnes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Lato Light" panose="020F0302020204030203" pitchFamily="34" charset="0"/>
              </a:rPr>
              <a:t>Humains : 0.9 Millions de tonnes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02DDA7-8899-2F2E-2AE3-89A984222B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7820" y="1819218"/>
            <a:ext cx="5866477" cy="4530806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2" name="Image 1" descr="Une image contenant légume, igname, plein air&#10;&#10;Le contenu généré par l’IA peut être incorrect.">
            <a:extLst>
              <a:ext uri="{FF2B5EF4-FFF2-40B4-BE49-F238E27FC236}">
                <a16:creationId xmlns:a16="http://schemas.microsoft.com/office/drawing/2014/main" id="{B06B57C6-41EB-8556-634E-E8F9AF1A2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45" y="-304800"/>
            <a:ext cx="1958340" cy="19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24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4586E367-ED67-869D-4B93-F7EBC5EA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23E84040-928E-0730-568F-602FE7892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5636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	11.4 </a:t>
            </a:r>
            <a:r>
              <a:rPr lang="fr-FR" sz="3600">
                <a:latin typeface="Lato Semibold" panose="020F0502020204030203" pitchFamily="34" charset="0"/>
                <a:cs typeface="Lato Semibold" panose="020F0502020204030203" pitchFamily="34" charset="0"/>
              </a:rPr>
              <a:t>Étude sur le manioc en Thaïlande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26EDB5D-D163-C858-86AE-510BD853B2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84615" y="1793911"/>
            <a:ext cx="9422769" cy="2660170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6" name="Google Shape;146;p4">
            <a:extLst>
              <a:ext uri="{FF2B5EF4-FFF2-40B4-BE49-F238E27FC236}">
                <a16:creationId xmlns:a16="http://schemas.microsoft.com/office/drawing/2014/main" id="{A54BC04F-CF31-42B9-5F96-A9EA92F4E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87744" y="4551500"/>
            <a:ext cx="9744421" cy="19583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200" dirty="0">
                <a:latin typeface="Lato Light" panose="020F0302020204030203" pitchFamily="34" charset="0"/>
              </a:rPr>
              <a:t>La Thaïlande domine le marché mondial du manioc, avec </a:t>
            </a:r>
            <a:r>
              <a:rPr lang="fr-FR" sz="2200" b="1" dirty="0">
                <a:solidFill>
                  <a:srgbClr val="00C0B5"/>
                </a:solidFill>
                <a:latin typeface="Lato Light" panose="020F0302020204030203" pitchFamily="34" charset="0"/>
              </a:rPr>
              <a:t>70% </a:t>
            </a:r>
            <a:r>
              <a:rPr lang="fr-FR" sz="2200" dirty="0">
                <a:latin typeface="Lato Light" panose="020F0302020204030203" pitchFamily="34" charset="0"/>
              </a:rPr>
              <a:t>des exportations, soit </a:t>
            </a:r>
            <a:r>
              <a:rPr lang="fr-FR" sz="2200" dirty="0">
                <a:solidFill>
                  <a:srgbClr val="00C0B5"/>
                </a:solidFill>
                <a:latin typeface="Lato Light" panose="020F0302020204030203" pitchFamily="34" charset="0"/>
              </a:rPr>
              <a:t>25 </a:t>
            </a:r>
            <a:r>
              <a:rPr lang="fr-FR" sz="2400" dirty="0">
                <a:solidFill>
                  <a:srgbClr val="00C0B5"/>
                </a:solidFill>
                <a:latin typeface="Lato Light" panose="020F0302020204030203" pitchFamily="34" charset="0"/>
              </a:rPr>
              <a:t>Millions</a:t>
            </a:r>
            <a:r>
              <a:rPr lang="fr-FR" sz="2400" dirty="0">
                <a:latin typeface="Lato Light" panose="020F0302020204030203" pitchFamily="34" charset="0"/>
              </a:rPr>
              <a:t> de</a:t>
            </a:r>
            <a:r>
              <a:rPr lang="fr-FR" sz="2200" dirty="0">
                <a:latin typeface="Lato Light" panose="020F0302020204030203" pitchFamily="34" charset="0"/>
              </a:rPr>
              <a:t> tonnes.</a:t>
            </a:r>
          </a:p>
        </p:txBody>
      </p:sp>
      <p:pic>
        <p:nvPicPr>
          <p:cNvPr id="9" name="Image 8" descr="Une image contenant légume, igname, plein air&#10;&#10;Le contenu généré par l’IA peut être incorrect.">
            <a:extLst>
              <a:ext uri="{FF2B5EF4-FFF2-40B4-BE49-F238E27FC236}">
                <a16:creationId xmlns:a16="http://schemas.microsoft.com/office/drawing/2014/main" id="{AFE79997-9C06-D792-EACE-A4257CAF5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45" y="-309082"/>
            <a:ext cx="1958340" cy="1958340"/>
          </a:xfrm>
          <a:prstGeom prst="rect">
            <a:avLst/>
          </a:prstGeom>
        </p:spPr>
      </p:pic>
      <p:pic>
        <p:nvPicPr>
          <p:cNvPr id="4" name="Image 3" descr="Une image contenant clipart, dessin humoristique, illustration, conception&#10;&#10;Le contenu généré par l’IA peut être incorrect.">
            <a:extLst>
              <a:ext uri="{FF2B5EF4-FFF2-40B4-BE49-F238E27FC236}">
                <a16:creationId xmlns:a16="http://schemas.microsoft.com/office/drawing/2014/main" id="{3FF2F89E-BFD8-F0F8-BF31-77E6F57E6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22" y="4891632"/>
            <a:ext cx="1203585" cy="120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11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1B9B86A0-37AD-D6DA-166B-82475529C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2EB2174B-D680-09F7-AE93-01A0570426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5636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	11.5 </a:t>
            </a:r>
            <a:r>
              <a:rPr lang="fr-FR" sz="3600">
                <a:latin typeface="Lato Semibold" panose="020F0502020204030203" pitchFamily="34" charset="0"/>
                <a:cs typeface="Lato Semibold" panose="020F0502020204030203" pitchFamily="34" charset="0"/>
              </a:rPr>
              <a:t>Étude sur le manioc en Thaïlande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1138E0-7932-7C47-2255-BE77928E19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5639" y="1793911"/>
            <a:ext cx="6620721" cy="2660170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6" name="Google Shape;146;p4">
            <a:extLst>
              <a:ext uri="{FF2B5EF4-FFF2-40B4-BE49-F238E27FC236}">
                <a16:creationId xmlns:a16="http://schemas.microsoft.com/office/drawing/2014/main" id="{38D2FEF4-C95C-2867-E6A9-BD98E7E19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0333" y="4551500"/>
            <a:ext cx="10011832" cy="19583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Lato Light" panose="020F0302020204030203" pitchFamily="34" charset="0"/>
              </a:rPr>
              <a:t>La Chine est le </a:t>
            </a:r>
            <a:r>
              <a:rPr lang="fr-FR" sz="2000" u="sng" dirty="0">
                <a:latin typeface="Lato Light" panose="020F0302020204030203" pitchFamily="34" charset="0"/>
              </a:rPr>
              <a:t>premier importateur</a:t>
            </a:r>
            <a:r>
              <a:rPr lang="fr-FR" sz="2000" dirty="0">
                <a:latin typeface="Lato Light" panose="020F0302020204030203" pitchFamily="34" charset="0"/>
              </a:rPr>
              <a:t> mondial de manioc, avec </a:t>
            </a:r>
            <a:r>
              <a:rPr lang="fr-FR" sz="2000" b="1" dirty="0">
                <a:solidFill>
                  <a:srgbClr val="00C0B5"/>
                </a:solidFill>
                <a:latin typeface="Lato Light" panose="020F0302020204030203" pitchFamily="34" charset="0"/>
              </a:rPr>
              <a:t>76% </a:t>
            </a:r>
            <a:r>
              <a:rPr lang="fr-FR" sz="2000" dirty="0">
                <a:latin typeface="Lato Light" panose="020F0302020204030203" pitchFamily="34" charset="0"/>
              </a:rPr>
              <a:t>des importations.</a:t>
            </a:r>
          </a:p>
          <a:p>
            <a:pPr marL="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latin typeface="Lato Light" panose="020F0302020204030203" pitchFamily="34" charset="0"/>
              </a:rPr>
              <a:t>Elle importe </a:t>
            </a:r>
            <a:r>
              <a:rPr lang="fr-FR" sz="2000" dirty="0">
                <a:solidFill>
                  <a:srgbClr val="00C0B5"/>
                </a:solidFill>
                <a:latin typeface="Lato Light" panose="020F0302020204030203" pitchFamily="34" charset="0"/>
              </a:rPr>
              <a:t>29  Millions </a:t>
            </a:r>
            <a:r>
              <a:rPr lang="fr-FR" sz="2000" dirty="0">
                <a:latin typeface="Lato Light" panose="020F0302020204030203" pitchFamily="34" charset="0"/>
              </a:rPr>
              <a:t>de tonnes, alors que la Thaïlande exporte </a:t>
            </a:r>
            <a:r>
              <a:rPr lang="fr-FR" sz="2000" dirty="0">
                <a:solidFill>
                  <a:srgbClr val="00C0B5"/>
                </a:solidFill>
                <a:latin typeface="Lato Light" panose="020F0302020204030203" pitchFamily="34" charset="0"/>
              </a:rPr>
              <a:t>25 Millions </a:t>
            </a:r>
            <a:r>
              <a:rPr lang="fr-FR" sz="2000" dirty="0">
                <a:latin typeface="Lato Light" panose="020F0302020204030203" pitchFamily="34" charset="0"/>
              </a:rPr>
              <a:t>de tonnes.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sz="2000" dirty="0">
              <a:latin typeface="Lato Light" panose="020F0302020204030203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fr-FR" sz="1400" i="1" dirty="0">
                <a:latin typeface="Lato Light" panose="020F0302020204030203" pitchFamily="34" charset="0"/>
              </a:rPr>
              <a:t>Note : Environ 50 % des exportations thaïlandaises sont destinées à la Chine.</a:t>
            </a:r>
          </a:p>
        </p:txBody>
      </p:sp>
      <p:pic>
        <p:nvPicPr>
          <p:cNvPr id="9" name="Image 8" descr="Une image contenant légume, igname, plein air&#10;&#10;Le contenu généré par l’IA peut être incorrect.">
            <a:extLst>
              <a:ext uri="{FF2B5EF4-FFF2-40B4-BE49-F238E27FC236}">
                <a16:creationId xmlns:a16="http://schemas.microsoft.com/office/drawing/2014/main" id="{9DD7DD2D-BAAF-2D77-A6B2-24DF73101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45" y="-309082"/>
            <a:ext cx="1958340" cy="195834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10EC572-CE42-BE4A-18DE-8D1DF237FF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5086" y="4891632"/>
            <a:ext cx="1203585" cy="120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54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57E1CAA0-3AAC-D51C-B108-2CEB3CF76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60897298-CF10-2CB6-2C9B-9B0C7C7AB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487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200"/>
            </a:pPr>
            <a:r>
              <a:rPr lang="fr-FR" sz="3600" b="0">
                <a:latin typeface="Lato Semibold" panose="020F0502020204030203" pitchFamily="34" charset="0"/>
                <a:cs typeface="Lato Semibold" panose="020F0502020204030203" pitchFamily="34" charset="0"/>
              </a:rPr>
              <a:t>	11.6 </a:t>
            </a:r>
            <a:r>
              <a:rPr lang="fr-FR" sz="3600">
                <a:latin typeface="Lato Semibold" panose="020F0502020204030203" pitchFamily="34" charset="0"/>
                <a:cs typeface="Lato Semibold" panose="020F0502020204030203" pitchFamily="34" charset="0"/>
              </a:rPr>
              <a:t>Étude sur le manioc en Thaïlande</a:t>
            </a:r>
            <a:endParaRPr sz="3600" b="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3184707F-F167-1875-81F2-9AC3290D6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4659" y="2176757"/>
            <a:ext cx="5042547" cy="227540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fr-FR" sz="2800">
                <a:latin typeface="Lato Light" panose="020F0302020204030203" pitchFamily="34" charset="0"/>
              </a:rPr>
              <a:t>Seule une minorité du manioc chinois sert à l’alimentation : </a:t>
            </a:r>
            <a:r>
              <a:rPr lang="fr-FR" sz="2800" b="1">
                <a:solidFill>
                  <a:srgbClr val="00C0B5"/>
                </a:solidFill>
                <a:latin typeface="Lato Light" panose="020F0302020204030203" pitchFamily="34" charset="0"/>
              </a:rPr>
              <a:t>92 % </a:t>
            </a:r>
            <a:r>
              <a:rPr lang="fr-FR" sz="2800">
                <a:latin typeface="Lato Light" panose="020F0302020204030203" pitchFamily="34" charset="0"/>
              </a:rPr>
              <a:t>est utilisé autrement.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5917C60-3835-F5C0-BC25-368E5C83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7820" y="1976623"/>
            <a:ext cx="5866477" cy="4215996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2" name="Image 1" descr="Une image contenant légume, igname, plein air&#10;&#10;Le contenu généré par l’IA peut être incorrect.">
            <a:extLst>
              <a:ext uri="{FF2B5EF4-FFF2-40B4-BE49-F238E27FC236}">
                <a16:creationId xmlns:a16="http://schemas.microsoft.com/office/drawing/2014/main" id="{AAE5AF92-BC25-15D0-B952-EC82D77A1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45" y="-304800"/>
            <a:ext cx="1958340" cy="1958340"/>
          </a:xfrm>
          <a:prstGeom prst="rect">
            <a:avLst/>
          </a:prstGeom>
        </p:spPr>
      </p:pic>
      <p:pic>
        <p:nvPicPr>
          <p:cNvPr id="5" name="Image 4" descr="Une image contenant clipart, dessin humoristiqu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4027253-09ED-B06B-9A5C-5EF084B02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2034" y="4452159"/>
            <a:ext cx="1481513" cy="1481513"/>
          </a:xfrm>
          <a:prstGeom prst="rect">
            <a:avLst/>
          </a:prstGeom>
        </p:spPr>
      </p:pic>
      <p:pic>
        <p:nvPicPr>
          <p:cNvPr id="7" name="Image 6" descr="Une image contenant clipart, Silhouette d’animal, mammifère, cochon&#10;&#10;Le contenu généré par l’IA peut être incorrect.">
            <a:extLst>
              <a:ext uri="{FF2B5EF4-FFF2-40B4-BE49-F238E27FC236}">
                <a16:creationId xmlns:a16="http://schemas.microsoft.com/office/drawing/2014/main" id="{F5208BED-9808-5809-DC5B-43ED8593B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862" y="4452159"/>
            <a:ext cx="1481513" cy="148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59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5238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4800">
                <a:latin typeface="Lato Semibold" panose="020F0502020204030203" pitchFamily="34" charset="0"/>
                <a:cs typeface="Lato Semibold" panose="020F0502020204030203" pitchFamily="34" charset="0"/>
              </a:rPr>
              <a:t>Conclusion</a:t>
            </a:r>
            <a:endParaRPr sz="4800">
              <a:latin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918170" y="3612615"/>
            <a:ext cx="10355659" cy="25800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800">
                <a:latin typeface="Lato Light" panose="020F0502020204030203" pitchFamily="34" charset="0"/>
                <a:cs typeface="Lato Light" panose="020F0502020204030203" pitchFamily="34" charset="0"/>
              </a:rPr>
              <a:t>La production alimentaire mondiale est suffisante.</a:t>
            </a:r>
          </a:p>
          <a:p>
            <a:pPr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800">
                <a:latin typeface="Lato Light" panose="020F0502020204030203" pitchFamily="34" charset="0"/>
                <a:cs typeface="Lato Light" panose="020F0502020204030203" pitchFamily="34" charset="0"/>
              </a:rPr>
              <a:t>L’accès inégal aux ressources cause la faim.</a:t>
            </a:r>
          </a:p>
          <a:p>
            <a:pPr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800">
                <a:latin typeface="Lato Light" panose="020F0502020204030203" pitchFamily="34" charset="0"/>
                <a:cs typeface="Lato Light" panose="020F0502020204030203" pitchFamily="34" charset="0"/>
              </a:rPr>
              <a:t>L’aide alimentaire ne fait que temporiser.</a:t>
            </a:r>
          </a:p>
          <a:p>
            <a:pPr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2800">
                <a:latin typeface="Lato Light" panose="020F0502020204030203" pitchFamily="34" charset="0"/>
                <a:cs typeface="Lato Light" panose="020F0502020204030203" pitchFamily="34" charset="0"/>
              </a:rPr>
              <a:t>Des réformes structurelles sont indispensables.</a:t>
            </a:r>
          </a:p>
        </p:txBody>
      </p:sp>
      <p:pic>
        <p:nvPicPr>
          <p:cNvPr id="3" name="Image 2" descr="Une image contenant symbole, jaune, conception&#10;&#10;Le contenu généré par l’IA peut être incorrect.">
            <a:extLst>
              <a:ext uri="{FF2B5EF4-FFF2-40B4-BE49-F238E27FC236}">
                <a16:creationId xmlns:a16="http://schemas.microsoft.com/office/drawing/2014/main" id="{2286D411-D9E1-50C8-8FC0-82253BADD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39" y="2122648"/>
            <a:ext cx="1352384" cy="135238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8C497A6-B3A9-78E3-E555-6A1DBC2ACF2A}"/>
              </a:ext>
            </a:extLst>
          </p:cNvPr>
          <p:cNvSpPr txBox="1"/>
          <p:nvPr/>
        </p:nvSpPr>
        <p:spPr>
          <a:xfrm>
            <a:off x="2378723" y="2260231"/>
            <a:ext cx="9003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>
                <a:solidFill>
                  <a:srgbClr val="00C0B5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La sous-nutrition mondiale : un problème de </a:t>
            </a:r>
            <a:r>
              <a:rPr lang="fr-FR" sz="3600" u="sng">
                <a:solidFill>
                  <a:srgbClr val="00C0B5"/>
                </a:solidFill>
                <a:latin typeface="Lato Semibold" panose="020F0502020204030203" pitchFamily="34" charset="0"/>
                <a:cs typeface="Lato Semibold" panose="020F0502020204030203" pitchFamily="34" charset="0"/>
              </a:rPr>
              <a:t>répartition des richesses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</Words>
  <Application>Microsoft Office PowerPoint</Application>
  <PresentationFormat>Grand écran</PresentationFormat>
  <Paragraphs>136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9" baseType="lpstr">
      <vt:lpstr>Wingdings</vt:lpstr>
      <vt:lpstr>Lato</vt:lpstr>
      <vt:lpstr>Century Gothic</vt:lpstr>
      <vt:lpstr>Lato Light</vt:lpstr>
      <vt:lpstr>Lato Semibold</vt:lpstr>
      <vt:lpstr>Arial</vt:lpstr>
      <vt:lpstr>Noto Sans Symbols</vt:lpstr>
      <vt:lpstr>Calibri</vt:lpstr>
      <vt:lpstr>Entre guillemets</vt:lpstr>
      <vt:lpstr>Étude sur l’alimentation dans le monde</vt:lpstr>
      <vt:lpstr>Contexte et spécification des données</vt:lpstr>
      <vt:lpstr>Méthodologie de l’analyse</vt:lpstr>
      <vt:lpstr>1. Proportion de personnes en état de sous-nutrition en 2017</vt:lpstr>
      <vt:lpstr>2. Nombre théorique de personnes qui pourraient être nourries en 2017</vt:lpstr>
      <vt:lpstr>3. Nombre théorique de personnes qui pourraient être nourries uniquement avec les végétaux en 2017</vt:lpstr>
      <vt:lpstr>4. Répartition de la disponibilité intérieure</vt:lpstr>
      <vt:lpstr>5. Part de l’utilisation des principales céréales</vt:lpstr>
      <vt:lpstr>6. Liste des 10 pays où la proportion de personnes en état de sous-nutrition est la plus forte en 2017</vt:lpstr>
      <vt:lpstr>7. Liste des 10 pays qui ont le plus bénéficié de l’aide alimentaire entre 2013 et 2016</vt:lpstr>
      <vt:lpstr>8. Évolution de l’aide alimentaire pour les 5 pays qui en ont le plus bénéficié entre 2013 et 2016</vt:lpstr>
      <vt:lpstr>9. Liste des 10 pays qui ont la plus forte disponibilité alimentaire par habitant</vt:lpstr>
      <vt:lpstr>10. Liste des 10 pays qui ont la plus forte disponibilité alimentaire par habitant</vt:lpstr>
      <vt:lpstr> 11.1 Étude sur le manioc en Thaïlande</vt:lpstr>
      <vt:lpstr> 11.2 Étude sur le manioc en Thaïlande</vt:lpstr>
      <vt:lpstr> 11.3 Étude sur le manioc en Thaïlande</vt:lpstr>
      <vt:lpstr> 11.4 Étude sur le manioc en Thaïlande</vt:lpstr>
      <vt:lpstr> 11.5 Étude sur le manioc en Thaïlande</vt:lpstr>
      <vt:lpstr> 11.6 Étude sur le manioc en Thaïlande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Tristan Despont</cp:lastModifiedBy>
  <cp:revision>1</cp:revision>
  <dcterms:created xsi:type="dcterms:W3CDTF">2023-03-17T20:58:30Z</dcterms:created>
  <dcterms:modified xsi:type="dcterms:W3CDTF">2026-02-02T22:22:05Z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